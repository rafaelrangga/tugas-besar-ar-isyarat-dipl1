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Lazydog" charset="1" panose="00000000000000000000"/>
      <p:regular r:id="rId15"/>
    </p:embeddedFont>
    <p:embeddedFont>
      <p:font typeface="Nunito Ultra-Bold" charset="1" panose="00000000000000000000"/>
      <p:regular r:id="rId16"/>
    </p:embeddedFont>
    <p:embeddedFont>
      <p:font typeface="Nunito Semi-Bold" charset="1" panose="00000000000000000000"/>
      <p:regular r:id="rId17"/>
    </p:embeddedFont>
    <p:embeddedFont>
      <p:font typeface="Nunito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.png" Type="http://schemas.openxmlformats.org/officeDocument/2006/relationships/image"/><Relationship Id="rId13" Target="../media/image2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16" Target="../media/image3.png" Type="http://schemas.openxmlformats.org/officeDocument/2006/relationships/image"/><Relationship Id="rId17" Target="../media/image4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11.png" Type="http://schemas.openxmlformats.org/officeDocument/2006/relationships/image"/><Relationship Id="rId15" Target="../media/image12.svg" Type="http://schemas.openxmlformats.org/officeDocument/2006/relationships/image"/><Relationship Id="rId16" Target="../media/image23.png" Type="http://schemas.openxmlformats.org/officeDocument/2006/relationships/image"/><Relationship Id="rId17" Target="../media/image24.svg" Type="http://schemas.openxmlformats.org/officeDocument/2006/relationships/image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23.png" Type="http://schemas.openxmlformats.org/officeDocument/2006/relationships/image"/><Relationship Id="rId19" Target="../media/image2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79820" y="2235868"/>
            <a:ext cx="13436902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0"/>
              </a:lnSpc>
              <a:spcBef>
                <a:spcPct val="0"/>
              </a:spcBef>
            </a:pPr>
            <a:r>
              <a:rPr lang="en-US" sz="5000" spc="-325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Pengembangan Media Pembelajaran Bahasa Isyarat Interaktif untuk Anak Tunarungu Menggunakan Vuforia &amp; Unity 3D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246560" y="6070605"/>
            <a:ext cx="6228766" cy="939275"/>
            <a:chOff x="0" y="0"/>
            <a:chExt cx="4640499" cy="6997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5409" y="45740"/>
              <a:ext cx="4529465" cy="608584"/>
            </a:xfrm>
            <a:custGeom>
              <a:avLst/>
              <a:gdLst/>
              <a:ahLst/>
              <a:cxnLst/>
              <a:rect r="r" b="b" t="t" l="l"/>
              <a:pathLst>
                <a:path h="608584" w="4529465">
                  <a:moveTo>
                    <a:pt x="0" y="220960"/>
                  </a:moveTo>
                  <a:cubicBezTo>
                    <a:pt x="470976" y="123170"/>
                    <a:pt x="746636" y="81260"/>
                    <a:pt x="962730" y="54590"/>
                  </a:cubicBezTo>
                  <a:cubicBezTo>
                    <a:pt x="1166358" y="31730"/>
                    <a:pt x="1349208" y="12680"/>
                    <a:pt x="1556991" y="5060"/>
                  </a:cubicBezTo>
                  <a:cubicBezTo>
                    <a:pt x="1784168" y="-3830"/>
                    <a:pt x="2052901" y="-20"/>
                    <a:pt x="2274537" y="8870"/>
                  </a:cubicBezTo>
                  <a:cubicBezTo>
                    <a:pt x="2467083" y="16490"/>
                    <a:pt x="2640236" y="31730"/>
                    <a:pt x="2812004" y="48240"/>
                  </a:cubicBezTo>
                  <a:cubicBezTo>
                    <a:pt x="2974075" y="63480"/>
                    <a:pt x="3100130" y="73640"/>
                    <a:pt x="3278824" y="104120"/>
                  </a:cubicBezTo>
                  <a:cubicBezTo>
                    <a:pt x="3525394" y="144760"/>
                    <a:pt x="3967280" y="242550"/>
                    <a:pt x="4148745" y="289540"/>
                  </a:cubicBezTo>
                  <a:cubicBezTo>
                    <a:pt x="4234629" y="309860"/>
                    <a:pt x="4273415" y="321290"/>
                    <a:pt x="4332979" y="342880"/>
                  </a:cubicBezTo>
                  <a:cubicBezTo>
                    <a:pt x="4392544" y="365740"/>
                    <a:pt x="4478428" y="391140"/>
                    <a:pt x="4507518" y="422890"/>
                  </a:cubicBezTo>
                  <a:cubicBezTo>
                    <a:pt x="4525526" y="440670"/>
                    <a:pt x="4532452" y="464800"/>
                    <a:pt x="4528296" y="483850"/>
                  </a:cubicBezTo>
                  <a:cubicBezTo>
                    <a:pt x="4525526" y="502900"/>
                    <a:pt x="4507518" y="524490"/>
                    <a:pt x="4485354" y="535920"/>
                  </a:cubicBezTo>
                  <a:cubicBezTo>
                    <a:pt x="4450723" y="551160"/>
                    <a:pt x="4403626" y="539730"/>
                    <a:pt x="4321897" y="535920"/>
                  </a:cubicBezTo>
                  <a:cubicBezTo>
                    <a:pt x="4058705" y="523220"/>
                    <a:pt x="3133376" y="407650"/>
                    <a:pt x="2676252" y="380980"/>
                  </a:cubicBezTo>
                  <a:cubicBezTo>
                    <a:pt x="2352110" y="361930"/>
                    <a:pt x="2047361" y="359390"/>
                    <a:pt x="1840962" y="361930"/>
                  </a:cubicBezTo>
                  <a:cubicBezTo>
                    <a:pt x="1719062" y="363200"/>
                    <a:pt x="1656727" y="367010"/>
                    <a:pt x="1550065" y="374630"/>
                  </a:cubicBezTo>
                  <a:cubicBezTo>
                    <a:pt x="1417084" y="384790"/>
                    <a:pt x="1270250" y="397490"/>
                    <a:pt x="1104023" y="421620"/>
                  </a:cubicBezTo>
                  <a:cubicBezTo>
                    <a:pt x="887928" y="452100"/>
                    <a:pt x="466820" y="572750"/>
                    <a:pt x="369855" y="557510"/>
                  </a:cubicBezTo>
                  <a:cubicBezTo>
                    <a:pt x="343535" y="553700"/>
                    <a:pt x="332454" y="546080"/>
                    <a:pt x="322757" y="533380"/>
                  </a:cubicBezTo>
                  <a:cubicBezTo>
                    <a:pt x="311675" y="521950"/>
                    <a:pt x="304749" y="501630"/>
                    <a:pt x="304749" y="486390"/>
                  </a:cubicBezTo>
                  <a:cubicBezTo>
                    <a:pt x="304749" y="474960"/>
                    <a:pt x="307520" y="464800"/>
                    <a:pt x="314446" y="454640"/>
                  </a:cubicBezTo>
                  <a:cubicBezTo>
                    <a:pt x="322757" y="443210"/>
                    <a:pt x="332454" y="431780"/>
                    <a:pt x="356002" y="422890"/>
                  </a:cubicBezTo>
                  <a:cubicBezTo>
                    <a:pt x="421108" y="397490"/>
                    <a:pt x="624736" y="384790"/>
                    <a:pt x="766029" y="374630"/>
                  </a:cubicBezTo>
                  <a:cubicBezTo>
                    <a:pt x="914248" y="365740"/>
                    <a:pt x="1073548" y="363200"/>
                    <a:pt x="1227308" y="368280"/>
                  </a:cubicBezTo>
                  <a:cubicBezTo>
                    <a:pt x="1381068" y="372090"/>
                    <a:pt x="1537598" y="386060"/>
                    <a:pt x="1685817" y="402570"/>
                  </a:cubicBezTo>
                  <a:cubicBezTo>
                    <a:pt x="1827110" y="419080"/>
                    <a:pt x="2066754" y="417810"/>
                    <a:pt x="2095843" y="464800"/>
                  </a:cubicBezTo>
                  <a:cubicBezTo>
                    <a:pt x="2111081" y="488930"/>
                    <a:pt x="2066754" y="558780"/>
                    <a:pt x="2058442" y="558780"/>
                  </a:cubicBezTo>
                  <a:cubicBezTo>
                    <a:pt x="2048746" y="557510"/>
                    <a:pt x="2027967" y="476230"/>
                    <a:pt x="2041819" y="459720"/>
                  </a:cubicBezTo>
                  <a:cubicBezTo>
                    <a:pt x="2052901" y="445750"/>
                    <a:pt x="2093073" y="445750"/>
                    <a:pt x="2112466" y="452100"/>
                  </a:cubicBezTo>
                  <a:cubicBezTo>
                    <a:pt x="2129089" y="457180"/>
                    <a:pt x="2144326" y="471150"/>
                    <a:pt x="2152637" y="485120"/>
                  </a:cubicBezTo>
                  <a:cubicBezTo>
                    <a:pt x="2159564" y="497820"/>
                    <a:pt x="2162334" y="519410"/>
                    <a:pt x="2158178" y="533380"/>
                  </a:cubicBezTo>
                  <a:cubicBezTo>
                    <a:pt x="2154023" y="548620"/>
                    <a:pt x="2141556" y="565130"/>
                    <a:pt x="2127703" y="574020"/>
                  </a:cubicBezTo>
                  <a:cubicBezTo>
                    <a:pt x="2115236" y="582910"/>
                    <a:pt x="2094458" y="593070"/>
                    <a:pt x="2084762" y="586720"/>
                  </a:cubicBezTo>
                  <a:cubicBezTo>
                    <a:pt x="2066754" y="575290"/>
                    <a:pt x="2102769" y="458450"/>
                    <a:pt x="2084762" y="447020"/>
                  </a:cubicBezTo>
                  <a:cubicBezTo>
                    <a:pt x="2075065" y="440670"/>
                    <a:pt x="2041819" y="458450"/>
                    <a:pt x="2041819" y="459720"/>
                  </a:cubicBezTo>
                  <a:cubicBezTo>
                    <a:pt x="2041819" y="460990"/>
                    <a:pt x="2091688" y="444480"/>
                    <a:pt x="2112466" y="452100"/>
                  </a:cubicBezTo>
                  <a:cubicBezTo>
                    <a:pt x="2131859" y="458450"/>
                    <a:pt x="2152637" y="485120"/>
                    <a:pt x="2158178" y="500360"/>
                  </a:cubicBezTo>
                  <a:cubicBezTo>
                    <a:pt x="2163719" y="511790"/>
                    <a:pt x="2162334" y="523220"/>
                    <a:pt x="2158178" y="533380"/>
                  </a:cubicBezTo>
                  <a:cubicBezTo>
                    <a:pt x="2154023" y="547350"/>
                    <a:pt x="2127703" y="574020"/>
                    <a:pt x="2127703" y="574020"/>
                  </a:cubicBezTo>
                  <a:cubicBezTo>
                    <a:pt x="2127703" y="575290"/>
                    <a:pt x="2188653" y="504170"/>
                    <a:pt x="2185883" y="501630"/>
                  </a:cubicBezTo>
                  <a:cubicBezTo>
                    <a:pt x="2183112" y="499090"/>
                    <a:pt x="2126318" y="586720"/>
                    <a:pt x="2070909" y="603230"/>
                  </a:cubicBezTo>
                  <a:cubicBezTo>
                    <a:pt x="1980870" y="628630"/>
                    <a:pt x="1795250" y="556240"/>
                    <a:pt x="1667809" y="541000"/>
                  </a:cubicBezTo>
                  <a:cubicBezTo>
                    <a:pt x="1551450" y="528300"/>
                    <a:pt x="1461411" y="518140"/>
                    <a:pt x="1336741" y="513060"/>
                  </a:cubicBezTo>
                  <a:cubicBezTo>
                    <a:pt x="1174670" y="505440"/>
                    <a:pt x="946108" y="504170"/>
                    <a:pt x="775725" y="514330"/>
                  </a:cubicBezTo>
                  <a:cubicBezTo>
                    <a:pt x="634432" y="523220"/>
                    <a:pt x="447427" y="558780"/>
                    <a:pt x="387862" y="558780"/>
                  </a:cubicBezTo>
                  <a:cubicBezTo>
                    <a:pt x="369855" y="558780"/>
                    <a:pt x="362928" y="558780"/>
                    <a:pt x="351847" y="553700"/>
                  </a:cubicBezTo>
                  <a:cubicBezTo>
                    <a:pt x="337994" y="547350"/>
                    <a:pt x="318601" y="534650"/>
                    <a:pt x="311675" y="519410"/>
                  </a:cubicBezTo>
                  <a:cubicBezTo>
                    <a:pt x="304749" y="502900"/>
                    <a:pt x="306134" y="471150"/>
                    <a:pt x="314446" y="454640"/>
                  </a:cubicBezTo>
                  <a:cubicBezTo>
                    <a:pt x="322757" y="440670"/>
                    <a:pt x="332454" y="434320"/>
                    <a:pt x="356002" y="422890"/>
                  </a:cubicBezTo>
                  <a:cubicBezTo>
                    <a:pt x="433575" y="387330"/>
                    <a:pt x="717546" y="341610"/>
                    <a:pt x="911477" y="311130"/>
                  </a:cubicBezTo>
                  <a:cubicBezTo>
                    <a:pt x="1122031" y="276840"/>
                    <a:pt x="1408772" y="246360"/>
                    <a:pt x="1573614" y="232390"/>
                  </a:cubicBezTo>
                  <a:cubicBezTo>
                    <a:pt x="1669194" y="224770"/>
                    <a:pt x="1701055" y="223500"/>
                    <a:pt x="1803561" y="223500"/>
                  </a:cubicBezTo>
                  <a:cubicBezTo>
                    <a:pt x="2011344" y="220960"/>
                    <a:pt x="2435223" y="227310"/>
                    <a:pt x="2739972" y="246360"/>
                  </a:cubicBezTo>
                  <a:cubicBezTo>
                    <a:pt x="3030869" y="264140"/>
                    <a:pt x="3377175" y="316210"/>
                    <a:pt x="3590499" y="332720"/>
                  </a:cubicBezTo>
                  <a:cubicBezTo>
                    <a:pt x="3717940" y="342880"/>
                    <a:pt x="3778890" y="340340"/>
                    <a:pt x="3898019" y="350500"/>
                  </a:cubicBezTo>
                  <a:cubicBezTo>
                    <a:pt x="4064246" y="363200"/>
                    <a:pt x="4425790" y="382250"/>
                    <a:pt x="4493665" y="411460"/>
                  </a:cubicBezTo>
                  <a:cubicBezTo>
                    <a:pt x="4510288" y="419080"/>
                    <a:pt x="4513058" y="425430"/>
                    <a:pt x="4518599" y="435590"/>
                  </a:cubicBezTo>
                  <a:cubicBezTo>
                    <a:pt x="4525525" y="448290"/>
                    <a:pt x="4531066" y="468610"/>
                    <a:pt x="4528296" y="483850"/>
                  </a:cubicBezTo>
                  <a:cubicBezTo>
                    <a:pt x="4525525" y="499090"/>
                    <a:pt x="4514443" y="516870"/>
                    <a:pt x="4500591" y="527030"/>
                  </a:cubicBezTo>
                  <a:cubicBezTo>
                    <a:pt x="4488125" y="535920"/>
                    <a:pt x="4474272" y="542270"/>
                    <a:pt x="4449338" y="541000"/>
                  </a:cubicBezTo>
                  <a:cubicBezTo>
                    <a:pt x="4388388" y="539730"/>
                    <a:pt x="4266489" y="468610"/>
                    <a:pt x="4133507" y="430510"/>
                  </a:cubicBezTo>
                  <a:cubicBezTo>
                    <a:pt x="3914642" y="369550"/>
                    <a:pt x="3483837" y="280650"/>
                    <a:pt x="3251120" y="241280"/>
                  </a:cubicBezTo>
                  <a:cubicBezTo>
                    <a:pt x="3101516" y="215880"/>
                    <a:pt x="3022558" y="209530"/>
                    <a:pt x="2879880" y="195560"/>
                  </a:cubicBezTo>
                  <a:cubicBezTo>
                    <a:pt x="2691489" y="176510"/>
                    <a:pt x="2435223" y="152380"/>
                    <a:pt x="2213587" y="144760"/>
                  </a:cubicBezTo>
                  <a:cubicBezTo>
                    <a:pt x="1997492" y="135870"/>
                    <a:pt x="1775857" y="135870"/>
                    <a:pt x="1565303" y="144760"/>
                  </a:cubicBezTo>
                  <a:cubicBezTo>
                    <a:pt x="1365830" y="152380"/>
                    <a:pt x="1184366" y="170160"/>
                    <a:pt x="980738" y="194290"/>
                  </a:cubicBezTo>
                  <a:cubicBezTo>
                    <a:pt x="756332" y="220960"/>
                    <a:pt x="447427" y="267950"/>
                    <a:pt x="277045" y="300970"/>
                  </a:cubicBezTo>
                  <a:cubicBezTo>
                    <a:pt x="178694" y="320020"/>
                    <a:pt x="92810" y="377170"/>
                    <a:pt x="47097" y="355580"/>
                  </a:cubicBezTo>
                  <a:cubicBezTo>
                    <a:pt x="11082" y="336530"/>
                    <a:pt x="0" y="220960"/>
                    <a:pt x="0" y="220960"/>
                  </a:cubicBezTo>
                </a:path>
              </a:pathLst>
            </a:custGeom>
            <a:solidFill>
              <a:srgbClr val="FFC700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1435647" y="-1723926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6" y="0"/>
                </a:lnTo>
                <a:lnTo>
                  <a:pt x="3062016" y="2917266"/>
                </a:lnTo>
                <a:lnTo>
                  <a:pt x="0" y="2917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12376" y="-871783"/>
            <a:ext cx="2368438" cy="2265088"/>
          </a:xfrm>
          <a:custGeom>
            <a:avLst/>
            <a:gdLst/>
            <a:ahLst/>
            <a:cxnLst/>
            <a:rect r="r" b="b" t="t" l="l"/>
            <a:pathLst>
              <a:path h="2265088" w="2368438">
                <a:moveTo>
                  <a:pt x="0" y="0"/>
                </a:moveTo>
                <a:lnTo>
                  <a:pt x="2368438" y="0"/>
                </a:lnTo>
                <a:lnTo>
                  <a:pt x="2368438" y="2265088"/>
                </a:lnTo>
                <a:lnTo>
                  <a:pt x="0" y="2265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74347" y="-442477"/>
            <a:ext cx="3198770" cy="2919605"/>
          </a:xfrm>
          <a:custGeom>
            <a:avLst/>
            <a:gdLst/>
            <a:ahLst/>
            <a:cxnLst/>
            <a:rect r="r" b="b" t="t" l="l"/>
            <a:pathLst>
              <a:path h="2919605" w="3198770">
                <a:moveTo>
                  <a:pt x="0" y="0"/>
                </a:moveTo>
                <a:lnTo>
                  <a:pt x="3198770" y="0"/>
                </a:lnTo>
                <a:lnTo>
                  <a:pt x="3198770" y="2919605"/>
                </a:lnTo>
                <a:lnTo>
                  <a:pt x="0" y="2919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488682">
            <a:off x="85695" y="4480834"/>
            <a:ext cx="3754867" cy="6705120"/>
          </a:xfrm>
          <a:custGeom>
            <a:avLst/>
            <a:gdLst/>
            <a:ahLst/>
            <a:cxnLst/>
            <a:rect r="r" b="b" t="t" l="l"/>
            <a:pathLst>
              <a:path h="6705120" w="3754867">
                <a:moveTo>
                  <a:pt x="3754867" y="0"/>
                </a:moveTo>
                <a:lnTo>
                  <a:pt x="0" y="0"/>
                </a:lnTo>
                <a:lnTo>
                  <a:pt x="0" y="6705120"/>
                </a:lnTo>
                <a:lnTo>
                  <a:pt x="3754867" y="6705120"/>
                </a:lnTo>
                <a:lnTo>
                  <a:pt x="375486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1075988">
            <a:off x="13653507" y="4394488"/>
            <a:ext cx="5241680" cy="7225373"/>
          </a:xfrm>
          <a:custGeom>
            <a:avLst/>
            <a:gdLst/>
            <a:ahLst/>
            <a:cxnLst/>
            <a:rect r="r" b="b" t="t" l="l"/>
            <a:pathLst>
              <a:path h="7225373" w="5241680">
                <a:moveTo>
                  <a:pt x="5241680" y="0"/>
                </a:moveTo>
                <a:lnTo>
                  <a:pt x="0" y="0"/>
                </a:lnTo>
                <a:lnTo>
                  <a:pt x="0" y="7225373"/>
                </a:lnTo>
                <a:lnTo>
                  <a:pt x="5241680" y="7225373"/>
                </a:lnTo>
                <a:lnTo>
                  <a:pt x="524168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-1309112">
            <a:off x="1038052" y="-517387"/>
            <a:ext cx="1403238" cy="1882393"/>
          </a:xfrm>
          <a:custGeom>
            <a:avLst/>
            <a:gdLst/>
            <a:ahLst/>
            <a:cxnLst/>
            <a:rect r="r" b="b" t="t" l="l"/>
            <a:pathLst>
              <a:path h="1882393" w="1403238">
                <a:moveTo>
                  <a:pt x="0" y="0"/>
                </a:moveTo>
                <a:lnTo>
                  <a:pt x="1403238" y="0"/>
                </a:lnTo>
                <a:lnTo>
                  <a:pt x="1403238" y="1882393"/>
                </a:lnTo>
                <a:lnTo>
                  <a:pt x="0" y="18823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185084" y="3520220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1" y="0"/>
                </a:lnTo>
                <a:lnTo>
                  <a:pt x="592381" y="592382"/>
                </a:lnTo>
                <a:lnTo>
                  <a:pt x="0" y="5923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485696" y="7833394"/>
            <a:ext cx="5316608" cy="2706637"/>
          </a:xfrm>
          <a:custGeom>
            <a:avLst/>
            <a:gdLst/>
            <a:ahLst/>
            <a:cxnLst/>
            <a:rect r="r" b="b" t="t" l="l"/>
            <a:pathLst>
              <a:path h="2706637" w="5316608">
                <a:moveTo>
                  <a:pt x="0" y="0"/>
                </a:moveTo>
                <a:lnTo>
                  <a:pt x="5316608" y="0"/>
                </a:lnTo>
                <a:lnTo>
                  <a:pt x="5316608" y="2706637"/>
                </a:lnTo>
                <a:lnTo>
                  <a:pt x="0" y="270663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362091" y="200888"/>
            <a:ext cx="3411884" cy="148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b="true" sz="7714">
                <a:solidFill>
                  <a:srgbClr val="000000"/>
                </a:solidFill>
                <a:latin typeface="Nunito Ultra-Bold"/>
                <a:ea typeface="Nunito Ultra-Bold"/>
                <a:cs typeface="Nunito Ultra-Bold"/>
                <a:sym typeface="Nunito Ultra-Bold"/>
              </a:rPr>
              <a:t>DIPL-1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12376" y="4639310"/>
            <a:ext cx="8820593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74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M</a:t>
            </a:r>
            <a:r>
              <a:rPr lang="en-US" b="true" sz="249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ata Kuliah: Desain Interaksi Perangkat Lunak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19264" y="5312095"/>
            <a:ext cx="6832767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74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Dosen Pengampu: Alif Finandhita, S.Kom., M.T.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4113" y="2384714"/>
            <a:ext cx="1058682" cy="1037509"/>
          </a:xfrm>
          <a:custGeom>
            <a:avLst/>
            <a:gdLst/>
            <a:ahLst/>
            <a:cxnLst/>
            <a:rect r="r" b="b" t="t" l="l"/>
            <a:pathLst>
              <a:path h="1037509" w="1058682">
                <a:moveTo>
                  <a:pt x="0" y="0"/>
                </a:moveTo>
                <a:lnTo>
                  <a:pt x="1058682" y="0"/>
                </a:lnTo>
                <a:lnTo>
                  <a:pt x="1058682" y="1037509"/>
                </a:lnTo>
                <a:lnTo>
                  <a:pt x="0" y="10375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8657" y="7776528"/>
            <a:ext cx="1058682" cy="1037509"/>
          </a:xfrm>
          <a:custGeom>
            <a:avLst/>
            <a:gdLst/>
            <a:ahLst/>
            <a:cxnLst/>
            <a:rect r="r" b="b" t="t" l="l"/>
            <a:pathLst>
              <a:path h="1037509" w="1058682">
                <a:moveTo>
                  <a:pt x="0" y="0"/>
                </a:moveTo>
                <a:lnTo>
                  <a:pt x="1058682" y="0"/>
                </a:lnTo>
                <a:lnTo>
                  <a:pt x="1058682" y="1037509"/>
                </a:lnTo>
                <a:lnTo>
                  <a:pt x="0" y="10375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4113" y="3707223"/>
            <a:ext cx="1058682" cy="1037509"/>
          </a:xfrm>
          <a:custGeom>
            <a:avLst/>
            <a:gdLst/>
            <a:ahLst/>
            <a:cxnLst/>
            <a:rect r="r" b="b" t="t" l="l"/>
            <a:pathLst>
              <a:path h="1037509" w="1058682">
                <a:moveTo>
                  <a:pt x="0" y="0"/>
                </a:moveTo>
                <a:lnTo>
                  <a:pt x="1058682" y="0"/>
                </a:lnTo>
                <a:lnTo>
                  <a:pt x="1058682" y="1037508"/>
                </a:lnTo>
                <a:lnTo>
                  <a:pt x="0" y="1037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4113" y="5093170"/>
            <a:ext cx="1058682" cy="1037509"/>
          </a:xfrm>
          <a:custGeom>
            <a:avLst/>
            <a:gdLst/>
            <a:ahLst/>
            <a:cxnLst/>
            <a:rect r="r" b="b" t="t" l="l"/>
            <a:pathLst>
              <a:path h="1037509" w="1058682">
                <a:moveTo>
                  <a:pt x="0" y="0"/>
                </a:moveTo>
                <a:lnTo>
                  <a:pt x="1058682" y="0"/>
                </a:lnTo>
                <a:lnTo>
                  <a:pt x="1058682" y="1037509"/>
                </a:lnTo>
                <a:lnTo>
                  <a:pt x="0" y="1037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91431" y="7995959"/>
            <a:ext cx="6908888" cy="531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8"/>
              </a:lnSpc>
              <a:spcBef>
                <a:spcPct val="0"/>
              </a:spcBef>
            </a:pPr>
            <a:r>
              <a:rPr lang="en-US" b="true" sz="305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Rizky Nuraprilyand</a:t>
            </a:r>
            <a:r>
              <a:rPr lang="en-US" b="true" sz="305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i ​NIM ​: 10123332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2842" y="2627671"/>
            <a:ext cx="5777938" cy="531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8"/>
              </a:lnSpc>
            </a:pPr>
            <a:r>
              <a:rPr lang="en-US" b="true" sz="305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Raf</a:t>
            </a:r>
            <a:r>
              <a:rPr lang="en-US" b="true" sz="305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ael Rangga​ NIM​: 10123265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32842" y="3952789"/>
            <a:ext cx="6270859" cy="48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1"/>
              </a:lnSpc>
            </a:pPr>
            <a:r>
              <a:rPr lang="en-US" b="true" sz="2865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Muhammad Rifqi ​NIM​: 10123057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2842" y="5398573"/>
            <a:ext cx="6459711" cy="531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8"/>
              </a:lnSpc>
            </a:pPr>
            <a:r>
              <a:rPr lang="en-US" b="true" sz="305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Ti</a:t>
            </a:r>
            <a:r>
              <a:rPr lang="en-US" b="true" sz="305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as Nurrohman H ​NIM​: 10123053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2479" y="2643712"/>
            <a:ext cx="361950" cy="633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4621" spc="97" strike="noStrike" u="none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7023" y="7998649"/>
            <a:ext cx="361950" cy="633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4621" spc="97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2479" y="3942715"/>
            <a:ext cx="361950" cy="633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4621" spc="97" strike="noStrike" u="none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2479" y="5328662"/>
            <a:ext cx="361950" cy="633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4621" spc="97" strike="noStrike" u="none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26474" y="235781"/>
            <a:ext cx="11592505" cy="1701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854"/>
              </a:lnSpc>
              <a:spcBef>
                <a:spcPct val="0"/>
              </a:spcBef>
            </a:pPr>
            <a:r>
              <a:rPr lang="en-US" sz="9896" spc="-504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ANGGOTA KELOMPOK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114466">
            <a:off x="12876468" y="1422079"/>
            <a:ext cx="4528349" cy="8086338"/>
          </a:xfrm>
          <a:custGeom>
            <a:avLst/>
            <a:gdLst/>
            <a:ahLst/>
            <a:cxnLst/>
            <a:rect r="r" b="b" t="t" l="l"/>
            <a:pathLst>
              <a:path h="8086338" w="4528349">
                <a:moveTo>
                  <a:pt x="0" y="0"/>
                </a:moveTo>
                <a:lnTo>
                  <a:pt x="4528350" y="0"/>
                </a:lnTo>
                <a:lnTo>
                  <a:pt x="4528350" y="8086338"/>
                </a:lnTo>
                <a:lnTo>
                  <a:pt x="0" y="80863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96331" y="6416429"/>
            <a:ext cx="1058682" cy="1037509"/>
          </a:xfrm>
          <a:custGeom>
            <a:avLst/>
            <a:gdLst/>
            <a:ahLst/>
            <a:cxnLst/>
            <a:rect r="r" b="b" t="t" l="l"/>
            <a:pathLst>
              <a:path h="1037509" w="1058682">
                <a:moveTo>
                  <a:pt x="0" y="0"/>
                </a:moveTo>
                <a:lnTo>
                  <a:pt x="1058682" y="0"/>
                </a:lnTo>
                <a:lnTo>
                  <a:pt x="1058682" y="1037508"/>
                </a:lnTo>
                <a:lnTo>
                  <a:pt x="0" y="1037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91431" y="6635860"/>
            <a:ext cx="6524872" cy="531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78"/>
              </a:lnSpc>
              <a:spcBef>
                <a:spcPct val="0"/>
              </a:spcBef>
            </a:pPr>
            <a:r>
              <a:rPr lang="en-US" b="true" sz="305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Muhammad Reyhan ​NIM​:</a:t>
            </a:r>
            <a:r>
              <a:rPr lang="en-US" b="true" sz="305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10123313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4697" y="6638549"/>
            <a:ext cx="361950" cy="633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4621" spc="97" strike="noStrike" u="none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4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922726" y="7776528"/>
            <a:ext cx="5316608" cy="2706637"/>
          </a:xfrm>
          <a:custGeom>
            <a:avLst/>
            <a:gdLst/>
            <a:ahLst/>
            <a:cxnLst/>
            <a:rect r="r" b="b" t="t" l="l"/>
            <a:pathLst>
              <a:path h="2706637" w="5316608">
                <a:moveTo>
                  <a:pt x="0" y="0"/>
                </a:moveTo>
                <a:lnTo>
                  <a:pt x="5316608" y="0"/>
                </a:lnTo>
                <a:lnTo>
                  <a:pt x="5316608" y="2706637"/>
                </a:lnTo>
                <a:lnTo>
                  <a:pt x="0" y="270663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197284" y="-1730843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6" y="0"/>
                </a:lnTo>
                <a:lnTo>
                  <a:pt x="3062016" y="2917266"/>
                </a:lnTo>
                <a:lnTo>
                  <a:pt x="0" y="2917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10800000">
            <a:off x="3587664" y="8814037"/>
            <a:ext cx="2550067" cy="1275034"/>
          </a:xfrm>
          <a:custGeom>
            <a:avLst/>
            <a:gdLst/>
            <a:ahLst/>
            <a:cxnLst/>
            <a:rect r="r" b="b" t="t" l="l"/>
            <a:pathLst>
              <a:path h="1275034" w="2550067">
                <a:moveTo>
                  <a:pt x="0" y="0"/>
                </a:moveTo>
                <a:lnTo>
                  <a:pt x="2550068" y="0"/>
                </a:lnTo>
                <a:lnTo>
                  <a:pt x="2550068" y="1275033"/>
                </a:lnTo>
                <a:lnTo>
                  <a:pt x="0" y="127503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2641" y="-898333"/>
            <a:ext cx="2368438" cy="2265088"/>
          </a:xfrm>
          <a:custGeom>
            <a:avLst/>
            <a:gdLst/>
            <a:ahLst/>
            <a:cxnLst/>
            <a:rect r="r" b="b" t="t" l="l"/>
            <a:pathLst>
              <a:path h="2265088" w="2368438">
                <a:moveTo>
                  <a:pt x="0" y="0"/>
                </a:moveTo>
                <a:lnTo>
                  <a:pt x="2368438" y="0"/>
                </a:lnTo>
                <a:lnTo>
                  <a:pt x="2368438" y="2265089"/>
                </a:lnTo>
                <a:lnTo>
                  <a:pt x="0" y="226508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41839" y="1123656"/>
            <a:ext cx="10804322" cy="147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035"/>
              </a:lnSpc>
              <a:spcBef>
                <a:spcPct val="0"/>
              </a:spcBef>
            </a:pPr>
            <a:r>
              <a:rPr lang="en-US" sz="8596" spc="-438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LA</a:t>
            </a:r>
            <a:r>
              <a:rPr lang="en-US" sz="8596" spc="-438" strike="noStrike" u="none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TAR BELAKANG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69281" y="2782859"/>
            <a:ext cx="15149437" cy="350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0"/>
              </a:lnSpc>
            </a:pPr>
            <a:r>
              <a:rPr lang="en-US" b="true" sz="2600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Anak tuna</a:t>
            </a:r>
            <a:r>
              <a:rPr lang="en-US" b="true" sz="2600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rungu membutuhkan media pembelajaran yang mampu membantu mereka memahami bahasa isyarat secara lebih mudah dan menarik. Pembelajaran menggunakan media konvensional masih memiliki keterbatasan karena bersifat statis dan kurang interaktif.</a:t>
            </a:r>
          </a:p>
          <a:p>
            <a:pPr algn="l">
              <a:lnSpc>
                <a:spcPts val="4030"/>
              </a:lnSpc>
            </a:pPr>
          </a:p>
          <a:p>
            <a:pPr algn="l">
              <a:lnSpc>
                <a:spcPts val="4030"/>
              </a:lnSpc>
            </a:pPr>
            <a:r>
              <a:rPr lang="en-US" b="true" sz="2600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Untuk mengatasi permasalahan tersebut, dirancang sebuah aplikasi Mobile Augmented Reality (AR) yang dapat menampilkan animasi bahasa isyarat dalam bentuk objek 3D menggunakan pendekatan Life-Based Design.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6858363" y="5854533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5" y="0"/>
                </a:lnTo>
                <a:lnTo>
                  <a:pt x="3062015" y="2917265"/>
                </a:lnTo>
                <a:lnTo>
                  <a:pt x="0" y="29172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3775158" y="8909860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6" y="0"/>
                </a:lnTo>
                <a:lnTo>
                  <a:pt x="3062016" y="2917265"/>
                </a:lnTo>
                <a:lnTo>
                  <a:pt x="0" y="29172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2792007" y="8709894"/>
            <a:ext cx="2368438" cy="2265088"/>
          </a:xfrm>
          <a:custGeom>
            <a:avLst/>
            <a:gdLst/>
            <a:ahLst/>
            <a:cxnLst/>
            <a:rect r="r" b="b" t="t" l="l"/>
            <a:pathLst>
              <a:path h="2265088" w="2368438">
                <a:moveTo>
                  <a:pt x="0" y="0"/>
                </a:moveTo>
                <a:lnTo>
                  <a:pt x="2368438" y="0"/>
                </a:lnTo>
                <a:lnTo>
                  <a:pt x="2368438" y="2265089"/>
                </a:lnTo>
                <a:lnTo>
                  <a:pt x="0" y="2265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1200296" y="7626072"/>
            <a:ext cx="3198770" cy="2919605"/>
          </a:xfrm>
          <a:custGeom>
            <a:avLst/>
            <a:gdLst/>
            <a:ahLst/>
            <a:cxnLst/>
            <a:rect r="r" b="b" t="t" l="l"/>
            <a:pathLst>
              <a:path h="2919605" w="3198770">
                <a:moveTo>
                  <a:pt x="0" y="0"/>
                </a:moveTo>
                <a:lnTo>
                  <a:pt x="3198770" y="0"/>
                </a:lnTo>
                <a:lnTo>
                  <a:pt x="3198770" y="2919605"/>
                </a:lnTo>
                <a:lnTo>
                  <a:pt x="0" y="2919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490887">
            <a:off x="15831531" y="8738194"/>
            <a:ext cx="1403238" cy="1882393"/>
          </a:xfrm>
          <a:custGeom>
            <a:avLst/>
            <a:gdLst/>
            <a:ahLst/>
            <a:cxnLst/>
            <a:rect r="r" b="b" t="t" l="l"/>
            <a:pathLst>
              <a:path h="1882393" w="1403238">
                <a:moveTo>
                  <a:pt x="0" y="0"/>
                </a:moveTo>
                <a:lnTo>
                  <a:pt x="1403238" y="0"/>
                </a:lnTo>
                <a:lnTo>
                  <a:pt x="1403238" y="1882392"/>
                </a:lnTo>
                <a:lnTo>
                  <a:pt x="0" y="1882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4940781" y="7967433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2" y="0"/>
                </a:lnTo>
                <a:lnTo>
                  <a:pt x="592382" y="592382"/>
                </a:lnTo>
                <a:lnTo>
                  <a:pt x="0" y="5923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495356" y="5990597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1" y="0"/>
                </a:lnTo>
                <a:lnTo>
                  <a:pt x="592381" y="592382"/>
                </a:lnTo>
                <a:lnTo>
                  <a:pt x="0" y="5923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2756099" y="7626072"/>
            <a:ext cx="2550067" cy="1275034"/>
          </a:xfrm>
          <a:custGeom>
            <a:avLst/>
            <a:gdLst/>
            <a:ahLst/>
            <a:cxnLst/>
            <a:rect r="r" b="b" t="t" l="l"/>
            <a:pathLst>
              <a:path h="1275034" w="2550067">
                <a:moveTo>
                  <a:pt x="0" y="0"/>
                </a:moveTo>
                <a:lnTo>
                  <a:pt x="2550067" y="0"/>
                </a:lnTo>
                <a:lnTo>
                  <a:pt x="2550067" y="1275033"/>
                </a:lnTo>
                <a:lnTo>
                  <a:pt x="0" y="12750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41839" y="1123656"/>
            <a:ext cx="10804322" cy="147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035"/>
              </a:lnSpc>
              <a:spcBef>
                <a:spcPct val="0"/>
              </a:spcBef>
            </a:pPr>
            <a:r>
              <a:rPr lang="en-US" sz="8596" spc="-438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TUJUAN</a:t>
            </a:r>
            <a:r>
              <a:rPr lang="en-US" sz="8596" spc="-438" strike="noStrike" u="none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 PERANCANGAN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69281" y="2782859"/>
            <a:ext cx="15149437" cy="148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0"/>
              </a:lnSpc>
            </a:pPr>
            <a:r>
              <a:rPr lang="en-US" b="true" sz="2600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Meranca</a:t>
            </a:r>
            <a:r>
              <a:rPr lang="en-US" b="true" sz="2600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ng aplikasi Mobile Augmented Reality (AR) sebagai media pembelajaran bahasa isyarat bagi anak tunarungu dengan menggunakan pendekatan Life-Based Design, sehingga proses belajar menjadi lebih interaktif, mudah dipahami, dan sesuai dengan kebutuhan pengguna.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6858363" y="5854533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5" y="0"/>
                </a:lnTo>
                <a:lnTo>
                  <a:pt x="3062015" y="2917265"/>
                </a:lnTo>
                <a:lnTo>
                  <a:pt x="0" y="29172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3775158" y="8909860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6" y="0"/>
                </a:lnTo>
                <a:lnTo>
                  <a:pt x="3062016" y="2917265"/>
                </a:lnTo>
                <a:lnTo>
                  <a:pt x="0" y="29172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2792007" y="8709894"/>
            <a:ext cx="2368438" cy="2265088"/>
          </a:xfrm>
          <a:custGeom>
            <a:avLst/>
            <a:gdLst/>
            <a:ahLst/>
            <a:cxnLst/>
            <a:rect r="r" b="b" t="t" l="l"/>
            <a:pathLst>
              <a:path h="2265088" w="2368438">
                <a:moveTo>
                  <a:pt x="0" y="0"/>
                </a:moveTo>
                <a:lnTo>
                  <a:pt x="2368438" y="0"/>
                </a:lnTo>
                <a:lnTo>
                  <a:pt x="2368438" y="2265089"/>
                </a:lnTo>
                <a:lnTo>
                  <a:pt x="0" y="22650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1200296" y="7626072"/>
            <a:ext cx="3198770" cy="2919605"/>
          </a:xfrm>
          <a:custGeom>
            <a:avLst/>
            <a:gdLst/>
            <a:ahLst/>
            <a:cxnLst/>
            <a:rect r="r" b="b" t="t" l="l"/>
            <a:pathLst>
              <a:path h="2919605" w="3198770">
                <a:moveTo>
                  <a:pt x="0" y="0"/>
                </a:moveTo>
                <a:lnTo>
                  <a:pt x="3198770" y="0"/>
                </a:lnTo>
                <a:lnTo>
                  <a:pt x="3198770" y="2919605"/>
                </a:lnTo>
                <a:lnTo>
                  <a:pt x="0" y="2919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490887">
            <a:off x="15831531" y="8738194"/>
            <a:ext cx="1403238" cy="1882393"/>
          </a:xfrm>
          <a:custGeom>
            <a:avLst/>
            <a:gdLst/>
            <a:ahLst/>
            <a:cxnLst/>
            <a:rect r="r" b="b" t="t" l="l"/>
            <a:pathLst>
              <a:path h="1882393" w="1403238">
                <a:moveTo>
                  <a:pt x="0" y="0"/>
                </a:moveTo>
                <a:lnTo>
                  <a:pt x="1403238" y="0"/>
                </a:lnTo>
                <a:lnTo>
                  <a:pt x="1403238" y="1882392"/>
                </a:lnTo>
                <a:lnTo>
                  <a:pt x="0" y="1882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4940781" y="7967433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2" y="0"/>
                </a:lnTo>
                <a:lnTo>
                  <a:pt x="592382" y="592382"/>
                </a:lnTo>
                <a:lnTo>
                  <a:pt x="0" y="5923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495356" y="5990597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1" y="0"/>
                </a:lnTo>
                <a:lnTo>
                  <a:pt x="592381" y="592382"/>
                </a:lnTo>
                <a:lnTo>
                  <a:pt x="0" y="5923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2756099" y="7626072"/>
            <a:ext cx="2550067" cy="1275034"/>
          </a:xfrm>
          <a:custGeom>
            <a:avLst/>
            <a:gdLst/>
            <a:ahLst/>
            <a:cxnLst/>
            <a:rect r="r" b="b" t="t" l="l"/>
            <a:pathLst>
              <a:path h="1275034" w="2550067">
                <a:moveTo>
                  <a:pt x="0" y="0"/>
                </a:moveTo>
                <a:lnTo>
                  <a:pt x="2550067" y="0"/>
                </a:lnTo>
                <a:lnTo>
                  <a:pt x="2550067" y="1275033"/>
                </a:lnTo>
                <a:lnTo>
                  <a:pt x="0" y="12750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5043" y="3715420"/>
            <a:ext cx="8518957" cy="4484539"/>
          </a:xfrm>
          <a:custGeom>
            <a:avLst/>
            <a:gdLst/>
            <a:ahLst/>
            <a:cxnLst/>
            <a:rect r="r" b="b" t="t" l="l"/>
            <a:pathLst>
              <a:path h="4484539" w="8518957">
                <a:moveTo>
                  <a:pt x="0" y="0"/>
                </a:moveTo>
                <a:lnTo>
                  <a:pt x="8518957" y="0"/>
                </a:lnTo>
                <a:lnTo>
                  <a:pt x="8518957" y="4484539"/>
                </a:lnTo>
                <a:lnTo>
                  <a:pt x="0" y="4484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45051" y="-587130"/>
            <a:ext cx="5316608" cy="2706637"/>
          </a:xfrm>
          <a:custGeom>
            <a:avLst/>
            <a:gdLst/>
            <a:ahLst/>
            <a:cxnLst/>
            <a:rect r="r" b="b" t="t" l="l"/>
            <a:pathLst>
              <a:path h="2706637" w="5316608">
                <a:moveTo>
                  <a:pt x="0" y="0"/>
                </a:moveTo>
                <a:lnTo>
                  <a:pt x="5316608" y="0"/>
                </a:lnTo>
                <a:lnTo>
                  <a:pt x="5316608" y="2706636"/>
                </a:lnTo>
                <a:lnTo>
                  <a:pt x="0" y="27066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99628" y="857250"/>
            <a:ext cx="13088744" cy="147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035"/>
              </a:lnSpc>
              <a:spcBef>
                <a:spcPct val="0"/>
              </a:spcBef>
            </a:pPr>
            <a:r>
              <a:rPr lang="en-US" sz="8596" spc="-438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METODE LIFE</a:t>
            </a:r>
            <a:r>
              <a:rPr lang="en-US" sz="8596" spc="-438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-BASED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3193224"/>
            <a:ext cx="8186688" cy="5458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2352" b="true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Form-of-Life</a:t>
            </a:r>
          </a:p>
          <a:p>
            <a:pPr algn="l" marL="507894" indent="-253947" lvl="1">
              <a:lnSpc>
                <a:spcPts val="3646"/>
              </a:lnSpc>
              <a:buFont typeface="Arial"/>
              <a:buChar char="•"/>
            </a:pPr>
            <a:r>
              <a:rPr lang="en-US" b="true" sz="2352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Memahami karakteristik da</a:t>
            </a:r>
            <a:r>
              <a:rPr lang="en-US" b="true" sz="2352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n aktivitas pengguna.</a:t>
            </a:r>
          </a:p>
          <a:p>
            <a:pPr algn="l">
              <a:lnSpc>
                <a:spcPts val="3646"/>
              </a:lnSpc>
            </a:pPr>
            <a:r>
              <a:rPr lang="en-US" b="true" sz="2352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Requirements and Concept Design</a:t>
            </a:r>
          </a:p>
          <a:p>
            <a:pPr algn="l" marL="507894" indent="-253947" lvl="1">
              <a:lnSpc>
                <a:spcPts val="3646"/>
              </a:lnSpc>
              <a:buFont typeface="Arial"/>
              <a:buChar char="•"/>
            </a:pPr>
            <a:r>
              <a:rPr lang="en-US" b="true" sz="2352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Mengidentifikasi kebutuhan serta merancang konsep aplikasi.</a:t>
            </a:r>
          </a:p>
          <a:p>
            <a:pPr algn="l">
              <a:lnSpc>
                <a:spcPts val="3646"/>
              </a:lnSpc>
            </a:pPr>
            <a:r>
              <a:rPr lang="en-US" b="true" sz="2352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Fit-for-Life Design</a:t>
            </a:r>
          </a:p>
          <a:p>
            <a:pPr algn="l" marL="507894" indent="-253947" lvl="1">
              <a:lnSpc>
                <a:spcPts val="3646"/>
              </a:lnSpc>
              <a:buFont typeface="Arial"/>
              <a:buChar char="•"/>
            </a:pPr>
            <a:r>
              <a:rPr lang="en-US" b="true" sz="2352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Mengevaluasi kesesuaian rancangan dengan kehidupan pengguna.</a:t>
            </a:r>
          </a:p>
          <a:p>
            <a:pPr algn="l">
              <a:lnSpc>
                <a:spcPts val="3646"/>
              </a:lnSpc>
            </a:pPr>
            <a:r>
              <a:rPr lang="en-US" b="true" sz="2352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Innovation Design</a:t>
            </a:r>
          </a:p>
          <a:p>
            <a:pPr algn="l" marL="507894" indent="-253947" lvl="1">
              <a:lnSpc>
                <a:spcPts val="3646"/>
              </a:lnSpc>
              <a:buFont typeface="Arial"/>
              <a:buChar char="•"/>
            </a:pPr>
            <a:r>
              <a:rPr lang="en-US" b="true" sz="2352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Menyusun strategi implementasi dan pengembangan aplikasi.</a:t>
            </a:r>
          </a:p>
          <a:p>
            <a:pPr algn="l">
              <a:lnSpc>
                <a:spcPts val="3646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-3072432" y="52959"/>
            <a:ext cx="6228766" cy="939275"/>
            <a:chOff x="0" y="0"/>
            <a:chExt cx="4640499" cy="6997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5409" y="45740"/>
              <a:ext cx="4529465" cy="608584"/>
            </a:xfrm>
            <a:custGeom>
              <a:avLst/>
              <a:gdLst/>
              <a:ahLst/>
              <a:cxnLst/>
              <a:rect r="r" b="b" t="t" l="l"/>
              <a:pathLst>
                <a:path h="608584" w="4529465">
                  <a:moveTo>
                    <a:pt x="0" y="220960"/>
                  </a:moveTo>
                  <a:cubicBezTo>
                    <a:pt x="470976" y="123170"/>
                    <a:pt x="746636" y="81260"/>
                    <a:pt x="962730" y="54590"/>
                  </a:cubicBezTo>
                  <a:cubicBezTo>
                    <a:pt x="1166358" y="31730"/>
                    <a:pt x="1349208" y="12680"/>
                    <a:pt x="1556991" y="5060"/>
                  </a:cubicBezTo>
                  <a:cubicBezTo>
                    <a:pt x="1784168" y="-3830"/>
                    <a:pt x="2052901" y="-20"/>
                    <a:pt x="2274537" y="8870"/>
                  </a:cubicBezTo>
                  <a:cubicBezTo>
                    <a:pt x="2467083" y="16490"/>
                    <a:pt x="2640236" y="31730"/>
                    <a:pt x="2812004" y="48240"/>
                  </a:cubicBezTo>
                  <a:cubicBezTo>
                    <a:pt x="2974075" y="63480"/>
                    <a:pt x="3100130" y="73640"/>
                    <a:pt x="3278824" y="104120"/>
                  </a:cubicBezTo>
                  <a:cubicBezTo>
                    <a:pt x="3525394" y="144760"/>
                    <a:pt x="3967280" y="242550"/>
                    <a:pt x="4148745" y="289540"/>
                  </a:cubicBezTo>
                  <a:cubicBezTo>
                    <a:pt x="4234629" y="309860"/>
                    <a:pt x="4273415" y="321290"/>
                    <a:pt x="4332979" y="342880"/>
                  </a:cubicBezTo>
                  <a:cubicBezTo>
                    <a:pt x="4392544" y="365740"/>
                    <a:pt x="4478428" y="391140"/>
                    <a:pt x="4507518" y="422890"/>
                  </a:cubicBezTo>
                  <a:cubicBezTo>
                    <a:pt x="4525526" y="440670"/>
                    <a:pt x="4532452" y="464800"/>
                    <a:pt x="4528296" y="483850"/>
                  </a:cubicBezTo>
                  <a:cubicBezTo>
                    <a:pt x="4525526" y="502900"/>
                    <a:pt x="4507518" y="524490"/>
                    <a:pt x="4485354" y="535920"/>
                  </a:cubicBezTo>
                  <a:cubicBezTo>
                    <a:pt x="4450723" y="551160"/>
                    <a:pt x="4403626" y="539730"/>
                    <a:pt x="4321897" y="535920"/>
                  </a:cubicBezTo>
                  <a:cubicBezTo>
                    <a:pt x="4058705" y="523220"/>
                    <a:pt x="3133376" y="407650"/>
                    <a:pt x="2676252" y="380980"/>
                  </a:cubicBezTo>
                  <a:cubicBezTo>
                    <a:pt x="2352110" y="361930"/>
                    <a:pt x="2047361" y="359390"/>
                    <a:pt x="1840962" y="361930"/>
                  </a:cubicBezTo>
                  <a:cubicBezTo>
                    <a:pt x="1719062" y="363200"/>
                    <a:pt x="1656727" y="367010"/>
                    <a:pt x="1550065" y="374630"/>
                  </a:cubicBezTo>
                  <a:cubicBezTo>
                    <a:pt x="1417084" y="384790"/>
                    <a:pt x="1270250" y="397490"/>
                    <a:pt x="1104023" y="421620"/>
                  </a:cubicBezTo>
                  <a:cubicBezTo>
                    <a:pt x="887928" y="452100"/>
                    <a:pt x="466820" y="572750"/>
                    <a:pt x="369855" y="557510"/>
                  </a:cubicBezTo>
                  <a:cubicBezTo>
                    <a:pt x="343535" y="553700"/>
                    <a:pt x="332454" y="546080"/>
                    <a:pt x="322757" y="533380"/>
                  </a:cubicBezTo>
                  <a:cubicBezTo>
                    <a:pt x="311675" y="521950"/>
                    <a:pt x="304749" y="501630"/>
                    <a:pt x="304749" y="486390"/>
                  </a:cubicBezTo>
                  <a:cubicBezTo>
                    <a:pt x="304749" y="474960"/>
                    <a:pt x="307520" y="464800"/>
                    <a:pt x="314446" y="454640"/>
                  </a:cubicBezTo>
                  <a:cubicBezTo>
                    <a:pt x="322757" y="443210"/>
                    <a:pt x="332454" y="431780"/>
                    <a:pt x="356002" y="422890"/>
                  </a:cubicBezTo>
                  <a:cubicBezTo>
                    <a:pt x="421108" y="397490"/>
                    <a:pt x="624736" y="384790"/>
                    <a:pt x="766029" y="374630"/>
                  </a:cubicBezTo>
                  <a:cubicBezTo>
                    <a:pt x="914248" y="365740"/>
                    <a:pt x="1073548" y="363200"/>
                    <a:pt x="1227308" y="368280"/>
                  </a:cubicBezTo>
                  <a:cubicBezTo>
                    <a:pt x="1381068" y="372090"/>
                    <a:pt x="1537598" y="386060"/>
                    <a:pt x="1685817" y="402570"/>
                  </a:cubicBezTo>
                  <a:cubicBezTo>
                    <a:pt x="1827110" y="419080"/>
                    <a:pt x="2066754" y="417810"/>
                    <a:pt x="2095843" y="464800"/>
                  </a:cubicBezTo>
                  <a:cubicBezTo>
                    <a:pt x="2111081" y="488930"/>
                    <a:pt x="2066754" y="558780"/>
                    <a:pt x="2058442" y="558780"/>
                  </a:cubicBezTo>
                  <a:cubicBezTo>
                    <a:pt x="2048746" y="557510"/>
                    <a:pt x="2027967" y="476230"/>
                    <a:pt x="2041819" y="459720"/>
                  </a:cubicBezTo>
                  <a:cubicBezTo>
                    <a:pt x="2052901" y="445750"/>
                    <a:pt x="2093073" y="445750"/>
                    <a:pt x="2112466" y="452100"/>
                  </a:cubicBezTo>
                  <a:cubicBezTo>
                    <a:pt x="2129089" y="457180"/>
                    <a:pt x="2144326" y="471150"/>
                    <a:pt x="2152637" y="485120"/>
                  </a:cubicBezTo>
                  <a:cubicBezTo>
                    <a:pt x="2159564" y="497820"/>
                    <a:pt x="2162334" y="519410"/>
                    <a:pt x="2158178" y="533380"/>
                  </a:cubicBezTo>
                  <a:cubicBezTo>
                    <a:pt x="2154023" y="548620"/>
                    <a:pt x="2141556" y="565130"/>
                    <a:pt x="2127703" y="574020"/>
                  </a:cubicBezTo>
                  <a:cubicBezTo>
                    <a:pt x="2115236" y="582910"/>
                    <a:pt x="2094458" y="593070"/>
                    <a:pt x="2084762" y="586720"/>
                  </a:cubicBezTo>
                  <a:cubicBezTo>
                    <a:pt x="2066754" y="575290"/>
                    <a:pt x="2102769" y="458450"/>
                    <a:pt x="2084762" y="447020"/>
                  </a:cubicBezTo>
                  <a:cubicBezTo>
                    <a:pt x="2075065" y="440670"/>
                    <a:pt x="2041819" y="458450"/>
                    <a:pt x="2041819" y="459720"/>
                  </a:cubicBezTo>
                  <a:cubicBezTo>
                    <a:pt x="2041819" y="460990"/>
                    <a:pt x="2091688" y="444480"/>
                    <a:pt x="2112466" y="452100"/>
                  </a:cubicBezTo>
                  <a:cubicBezTo>
                    <a:pt x="2131859" y="458450"/>
                    <a:pt x="2152637" y="485120"/>
                    <a:pt x="2158178" y="500360"/>
                  </a:cubicBezTo>
                  <a:cubicBezTo>
                    <a:pt x="2163719" y="511790"/>
                    <a:pt x="2162334" y="523220"/>
                    <a:pt x="2158178" y="533380"/>
                  </a:cubicBezTo>
                  <a:cubicBezTo>
                    <a:pt x="2154023" y="547350"/>
                    <a:pt x="2127703" y="574020"/>
                    <a:pt x="2127703" y="574020"/>
                  </a:cubicBezTo>
                  <a:cubicBezTo>
                    <a:pt x="2127703" y="575290"/>
                    <a:pt x="2188653" y="504170"/>
                    <a:pt x="2185883" y="501630"/>
                  </a:cubicBezTo>
                  <a:cubicBezTo>
                    <a:pt x="2183112" y="499090"/>
                    <a:pt x="2126318" y="586720"/>
                    <a:pt x="2070909" y="603230"/>
                  </a:cubicBezTo>
                  <a:cubicBezTo>
                    <a:pt x="1980870" y="628630"/>
                    <a:pt x="1795250" y="556240"/>
                    <a:pt x="1667809" y="541000"/>
                  </a:cubicBezTo>
                  <a:cubicBezTo>
                    <a:pt x="1551450" y="528300"/>
                    <a:pt x="1461411" y="518140"/>
                    <a:pt x="1336741" y="513060"/>
                  </a:cubicBezTo>
                  <a:cubicBezTo>
                    <a:pt x="1174670" y="505440"/>
                    <a:pt x="946108" y="504170"/>
                    <a:pt x="775725" y="514330"/>
                  </a:cubicBezTo>
                  <a:cubicBezTo>
                    <a:pt x="634432" y="523220"/>
                    <a:pt x="447427" y="558780"/>
                    <a:pt x="387862" y="558780"/>
                  </a:cubicBezTo>
                  <a:cubicBezTo>
                    <a:pt x="369855" y="558780"/>
                    <a:pt x="362928" y="558780"/>
                    <a:pt x="351847" y="553700"/>
                  </a:cubicBezTo>
                  <a:cubicBezTo>
                    <a:pt x="337994" y="547350"/>
                    <a:pt x="318601" y="534650"/>
                    <a:pt x="311675" y="519410"/>
                  </a:cubicBezTo>
                  <a:cubicBezTo>
                    <a:pt x="304749" y="502900"/>
                    <a:pt x="306134" y="471150"/>
                    <a:pt x="314446" y="454640"/>
                  </a:cubicBezTo>
                  <a:cubicBezTo>
                    <a:pt x="322757" y="440670"/>
                    <a:pt x="332454" y="434320"/>
                    <a:pt x="356002" y="422890"/>
                  </a:cubicBezTo>
                  <a:cubicBezTo>
                    <a:pt x="433575" y="387330"/>
                    <a:pt x="717546" y="341610"/>
                    <a:pt x="911477" y="311130"/>
                  </a:cubicBezTo>
                  <a:cubicBezTo>
                    <a:pt x="1122031" y="276840"/>
                    <a:pt x="1408772" y="246360"/>
                    <a:pt x="1573614" y="232390"/>
                  </a:cubicBezTo>
                  <a:cubicBezTo>
                    <a:pt x="1669194" y="224770"/>
                    <a:pt x="1701055" y="223500"/>
                    <a:pt x="1803561" y="223500"/>
                  </a:cubicBezTo>
                  <a:cubicBezTo>
                    <a:pt x="2011344" y="220960"/>
                    <a:pt x="2435223" y="227310"/>
                    <a:pt x="2739972" y="246360"/>
                  </a:cubicBezTo>
                  <a:cubicBezTo>
                    <a:pt x="3030869" y="264140"/>
                    <a:pt x="3377175" y="316210"/>
                    <a:pt x="3590499" y="332720"/>
                  </a:cubicBezTo>
                  <a:cubicBezTo>
                    <a:pt x="3717940" y="342880"/>
                    <a:pt x="3778890" y="340340"/>
                    <a:pt x="3898019" y="350500"/>
                  </a:cubicBezTo>
                  <a:cubicBezTo>
                    <a:pt x="4064246" y="363200"/>
                    <a:pt x="4425790" y="382250"/>
                    <a:pt x="4493665" y="411460"/>
                  </a:cubicBezTo>
                  <a:cubicBezTo>
                    <a:pt x="4510288" y="419080"/>
                    <a:pt x="4513058" y="425430"/>
                    <a:pt x="4518599" y="435590"/>
                  </a:cubicBezTo>
                  <a:cubicBezTo>
                    <a:pt x="4525525" y="448290"/>
                    <a:pt x="4531066" y="468610"/>
                    <a:pt x="4528296" y="483850"/>
                  </a:cubicBezTo>
                  <a:cubicBezTo>
                    <a:pt x="4525525" y="499090"/>
                    <a:pt x="4514443" y="516870"/>
                    <a:pt x="4500591" y="527030"/>
                  </a:cubicBezTo>
                  <a:cubicBezTo>
                    <a:pt x="4488125" y="535920"/>
                    <a:pt x="4474272" y="542270"/>
                    <a:pt x="4449338" y="541000"/>
                  </a:cubicBezTo>
                  <a:cubicBezTo>
                    <a:pt x="4388388" y="539730"/>
                    <a:pt x="4266489" y="468610"/>
                    <a:pt x="4133507" y="430510"/>
                  </a:cubicBezTo>
                  <a:cubicBezTo>
                    <a:pt x="3914642" y="369550"/>
                    <a:pt x="3483837" y="280650"/>
                    <a:pt x="3251120" y="241280"/>
                  </a:cubicBezTo>
                  <a:cubicBezTo>
                    <a:pt x="3101516" y="215880"/>
                    <a:pt x="3022558" y="209530"/>
                    <a:pt x="2879880" y="195560"/>
                  </a:cubicBezTo>
                  <a:cubicBezTo>
                    <a:pt x="2691489" y="176510"/>
                    <a:pt x="2435223" y="152380"/>
                    <a:pt x="2213587" y="144760"/>
                  </a:cubicBezTo>
                  <a:cubicBezTo>
                    <a:pt x="1997492" y="135870"/>
                    <a:pt x="1775857" y="135870"/>
                    <a:pt x="1565303" y="144760"/>
                  </a:cubicBezTo>
                  <a:cubicBezTo>
                    <a:pt x="1365830" y="152380"/>
                    <a:pt x="1184366" y="170160"/>
                    <a:pt x="980738" y="194290"/>
                  </a:cubicBezTo>
                  <a:cubicBezTo>
                    <a:pt x="756332" y="220960"/>
                    <a:pt x="447427" y="267950"/>
                    <a:pt x="277045" y="300970"/>
                  </a:cubicBezTo>
                  <a:cubicBezTo>
                    <a:pt x="178694" y="320020"/>
                    <a:pt x="92810" y="377170"/>
                    <a:pt x="47097" y="355580"/>
                  </a:cubicBezTo>
                  <a:cubicBezTo>
                    <a:pt x="11082" y="336530"/>
                    <a:pt x="0" y="220960"/>
                    <a:pt x="0" y="220960"/>
                  </a:cubicBezTo>
                </a:path>
              </a:pathLst>
            </a:custGeom>
            <a:solidFill>
              <a:srgbClr val="FFC700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8" id="8"/>
          <p:cNvSpPr/>
          <p:nvPr/>
        </p:nvSpPr>
        <p:spPr>
          <a:xfrm flipH="true" flipV="false" rot="-488682">
            <a:off x="-199476" y="7662192"/>
            <a:ext cx="2456352" cy="4386343"/>
          </a:xfrm>
          <a:custGeom>
            <a:avLst/>
            <a:gdLst/>
            <a:ahLst/>
            <a:cxnLst/>
            <a:rect r="r" b="b" t="t" l="l"/>
            <a:pathLst>
              <a:path h="4386343" w="2456352">
                <a:moveTo>
                  <a:pt x="2456352" y="0"/>
                </a:moveTo>
                <a:lnTo>
                  <a:pt x="0" y="0"/>
                </a:lnTo>
                <a:lnTo>
                  <a:pt x="0" y="4386343"/>
                </a:lnTo>
                <a:lnTo>
                  <a:pt x="2456352" y="4386343"/>
                </a:lnTo>
                <a:lnTo>
                  <a:pt x="245635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1075988">
            <a:off x="15784631" y="7918334"/>
            <a:ext cx="3386943" cy="4668718"/>
          </a:xfrm>
          <a:custGeom>
            <a:avLst/>
            <a:gdLst/>
            <a:ahLst/>
            <a:cxnLst/>
            <a:rect r="r" b="b" t="t" l="l"/>
            <a:pathLst>
              <a:path h="4668718" w="3386943">
                <a:moveTo>
                  <a:pt x="3386943" y="0"/>
                </a:moveTo>
                <a:lnTo>
                  <a:pt x="0" y="0"/>
                </a:lnTo>
                <a:lnTo>
                  <a:pt x="0" y="4668718"/>
                </a:lnTo>
                <a:lnTo>
                  <a:pt x="3386943" y="4668718"/>
                </a:lnTo>
                <a:lnTo>
                  <a:pt x="338694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305645"/>
            <a:ext cx="5945849" cy="5955893"/>
          </a:xfrm>
          <a:custGeom>
            <a:avLst/>
            <a:gdLst/>
            <a:ahLst/>
            <a:cxnLst/>
            <a:rect r="r" b="b" t="t" l="l"/>
            <a:pathLst>
              <a:path h="5955893" w="5945849">
                <a:moveTo>
                  <a:pt x="0" y="0"/>
                </a:moveTo>
                <a:lnTo>
                  <a:pt x="5945849" y="0"/>
                </a:lnTo>
                <a:lnTo>
                  <a:pt x="5945849" y="5955893"/>
                </a:lnTo>
                <a:lnTo>
                  <a:pt x="0" y="5955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05158" y="1305645"/>
            <a:ext cx="6009535" cy="5784880"/>
          </a:xfrm>
          <a:custGeom>
            <a:avLst/>
            <a:gdLst/>
            <a:ahLst/>
            <a:cxnLst/>
            <a:rect r="r" b="b" t="t" l="l"/>
            <a:pathLst>
              <a:path h="5784880" w="6009535">
                <a:moveTo>
                  <a:pt x="0" y="0"/>
                </a:moveTo>
                <a:lnTo>
                  <a:pt x="6009535" y="0"/>
                </a:lnTo>
                <a:lnTo>
                  <a:pt x="6009535" y="5784880"/>
                </a:lnTo>
                <a:lnTo>
                  <a:pt x="0" y="5784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99628" y="-171450"/>
            <a:ext cx="13088744" cy="147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035"/>
              </a:lnSpc>
              <a:spcBef>
                <a:spcPct val="0"/>
              </a:spcBef>
            </a:pPr>
            <a:r>
              <a:rPr lang="en-US" sz="8596" spc="-438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FORM-OF-LIFE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185338"/>
            <a:ext cx="8186688" cy="2714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6"/>
              </a:lnSpc>
            </a:pPr>
            <a:r>
              <a:rPr lang="en-US" b="true" sz="2352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Hasil A</a:t>
            </a:r>
            <a:r>
              <a:rPr lang="en-US" b="true" sz="2352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nalisis</a:t>
            </a:r>
          </a:p>
          <a:p>
            <a:pPr algn="just" marL="507894" indent="-253947" lvl="1">
              <a:lnSpc>
                <a:spcPts val="3646"/>
              </a:lnSpc>
              <a:buAutoNum type="arabicPeriod" startAt="1"/>
            </a:pPr>
            <a:r>
              <a:rPr lang="en-US" b="true" sz="2352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Mengidentifikasi kebutuhan pengguna.</a:t>
            </a:r>
          </a:p>
          <a:p>
            <a:pPr algn="just" marL="507894" indent="-253947" lvl="1">
              <a:lnSpc>
                <a:spcPts val="3646"/>
              </a:lnSpc>
              <a:buAutoNum type="arabicPeriod" startAt="1"/>
            </a:pPr>
            <a:r>
              <a:rPr lang="en-US" b="true" sz="2352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Memahami aktivitas belajar anak tunarungu.</a:t>
            </a:r>
          </a:p>
          <a:p>
            <a:pPr algn="just" marL="507894" indent="-253947" lvl="1">
              <a:lnSpc>
                <a:spcPts val="3646"/>
              </a:lnSpc>
              <a:buAutoNum type="arabicPeriod" startAt="1"/>
            </a:pPr>
            <a:r>
              <a:rPr lang="en-US" b="true" sz="2352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Menentukan permasalahan yang dialami pengguna.</a:t>
            </a:r>
          </a:p>
          <a:p>
            <a:pPr algn="just" marL="507894" indent="-253947" lvl="1">
              <a:lnSpc>
                <a:spcPts val="3646"/>
              </a:lnSpc>
              <a:buAutoNum type="arabicPeriod" startAt="1"/>
            </a:pPr>
            <a:r>
              <a:rPr lang="en-US" b="true" sz="2352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Menjadi dasar dalam proses perancangan aplikasi.</a:t>
            </a:r>
          </a:p>
          <a:p>
            <a:pPr algn="just">
              <a:lnSpc>
                <a:spcPts val="3646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17110862" y="6218370"/>
            <a:ext cx="2201707" cy="2097627"/>
          </a:xfrm>
          <a:custGeom>
            <a:avLst/>
            <a:gdLst/>
            <a:ahLst/>
            <a:cxnLst/>
            <a:rect r="r" b="b" t="t" l="l"/>
            <a:pathLst>
              <a:path h="2097627" w="2201707">
                <a:moveTo>
                  <a:pt x="0" y="0"/>
                </a:moveTo>
                <a:lnTo>
                  <a:pt x="2201707" y="0"/>
                </a:lnTo>
                <a:lnTo>
                  <a:pt x="2201707" y="2097627"/>
                </a:lnTo>
                <a:lnTo>
                  <a:pt x="0" y="20976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727220" y="652823"/>
            <a:ext cx="4504806" cy="7553790"/>
          </a:xfrm>
          <a:custGeom>
            <a:avLst/>
            <a:gdLst/>
            <a:ahLst/>
            <a:cxnLst/>
            <a:rect r="r" b="b" t="t" l="l"/>
            <a:pathLst>
              <a:path h="7553790" w="4504806">
                <a:moveTo>
                  <a:pt x="0" y="0"/>
                </a:moveTo>
                <a:lnTo>
                  <a:pt x="4504806" y="0"/>
                </a:lnTo>
                <a:lnTo>
                  <a:pt x="4504806" y="7553790"/>
                </a:lnTo>
                <a:lnTo>
                  <a:pt x="0" y="75537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10800000">
            <a:off x="11031911" y="7498385"/>
            <a:ext cx="1702998" cy="1628686"/>
          </a:xfrm>
          <a:custGeom>
            <a:avLst/>
            <a:gdLst/>
            <a:ahLst/>
            <a:cxnLst/>
            <a:rect r="r" b="b" t="t" l="l"/>
            <a:pathLst>
              <a:path h="1628686" w="1702998">
                <a:moveTo>
                  <a:pt x="0" y="0"/>
                </a:moveTo>
                <a:lnTo>
                  <a:pt x="1702998" y="0"/>
                </a:lnTo>
                <a:lnTo>
                  <a:pt x="1702998" y="1628686"/>
                </a:lnTo>
                <a:lnTo>
                  <a:pt x="0" y="16286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9490887">
            <a:off x="14942610" y="8455021"/>
            <a:ext cx="1008982" cy="1353513"/>
          </a:xfrm>
          <a:custGeom>
            <a:avLst/>
            <a:gdLst/>
            <a:ahLst/>
            <a:cxnLst/>
            <a:rect r="r" b="b" t="t" l="l"/>
            <a:pathLst>
              <a:path h="1353513" w="1008982">
                <a:moveTo>
                  <a:pt x="0" y="0"/>
                </a:moveTo>
                <a:lnTo>
                  <a:pt x="1008983" y="0"/>
                </a:lnTo>
                <a:lnTo>
                  <a:pt x="1008983" y="1353513"/>
                </a:lnTo>
                <a:lnTo>
                  <a:pt x="0" y="13535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121329" y="-497734"/>
            <a:ext cx="5316608" cy="2706637"/>
          </a:xfrm>
          <a:custGeom>
            <a:avLst/>
            <a:gdLst/>
            <a:ahLst/>
            <a:cxnLst/>
            <a:rect r="r" b="b" t="t" l="l"/>
            <a:pathLst>
              <a:path h="2706637" w="5316608">
                <a:moveTo>
                  <a:pt x="0" y="0"/>
                </a:moveTo>
                <a:lnTo>
                  <a:pt x="5316608" y="0"/>
                </a:lnTo>
                <a:lnTo>
                  <a:pt x="5316608" y="2706637"/>
                </a:lnTo>
                <a:lnTo>
                  <a:pt x="0" y="27066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6123" y="2792544"/>
            <a:ext cx="4896416" cy="6344540"/>
          </a:xfrm>
          <a:custGeom>
            <a:avLst/>
            <a:gdLst/>
            <a:ahLst/>
            <a:cxnLst/>
            <a:rect r="r" b="b" t="t" l="l"/>
            <a:pathLst>
              <a:path h="6344540" w="4896416">
                <a:moveTo>
                  <a:pt x="0" y="0"/>
                </a:moveTo>
                <a:lnTo>
                  <a:pt x="4896417" y="0"/>
                </a:lnTo>
                <a:lnTo>
                  <a:pt x="4896417" y="6344540"/>
                </a:lnTo>
                <a:lnTo>
                  <a:pt x="0" y="6344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77665" y="1750845"/>
            <a:ext cx="7258295" cy="8155388"/>
          </a:xfrm>
          <a:custGeom>
            <a:avLst/>
            <a:gdLst/>
            <a:ahLst/>
            <a:cxnLst/>
            <a:rect r="r" b="b" t="t" l="l"/>
            <a:pathLst>
              <a:path h="8155388" w="7258295">
                <a:moveTo>
                  <a:pt x="0" y="0"/>
                </a:moveTo>
                <a:lnTo>
                  <a:pt x="7258295" y="0"/>
                </a:lnTo>
                <a:lnTo>
                  <a:pt x="7258295" y="8155388"/>
                </a:lnTo>
                <a:lnTo>
                  <a:pt x="0" y="81553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31250" y="2671328"/>
            <a:ext cx="4395996" cy="6586972"/>
          </a:xfrm>
          <a:custGeom>
            <a:avLst/>
            <a:gdLst/>
            <a:ahLst/>
            <a:cxnLst/>
            <a:rect r="r" b="b" t="t" l="l"/>
            <a:pathLst>
              <a:path h="6586972" w="4395996">
                <a:moveTo>
                  <a:pt x="0" y="0"/>
                </a:moveTo>
                <a:lnTo>
                  <a:pt x="4395997" y="0"/>
                </a:lnTo>
                <a:lnTo>
                  <a:pt x="4395997" y="6586972"/>
                </a:lnTo>
                <a:lnTo>
                  <a:pt x="0" y="65869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29499" y="175409"/>
            <a:ext cx="14029001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99"/>
              </a:lnSpc>
              <a:spcBef>
                <a:spcPct val="0"/>
              </a:spcBef>
            </a:pPr>
            <a:r>
              <a:rPr lang="en-US" sz="6999" spc="-356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FIT-FOR-LIFE</a:t>
            </a:r>
            <a:r>
              <a:rPr lang="en-US" sz="6999" spc="-356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 DESIGN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73599" y="2990805"/>
            <a:ext cx="6466428" cy="660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764" indent="-263382" lvl="1">
              <a:lnSpc>
                <a:spcPts val="3781"/>
              </a:lnSpc>
              <a:buFont typeface="Arial"/>
              <a:buChar char="•"/>
            </a:pP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Dib</a:t>
            </a: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angun menggunakan Unity da</a:t>
            </a: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n Vuforia Engine sebaga</a:t>
            </a: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i Proof of Concept.</a:t>
            </a:r>
          </a:p>
          <a:p>
            <a:pPr algn="l">
              <a:lnSpc>
                <a:spcPts val="3781"/>
              </a:lnSpc>
            </a:pP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Usability Testing</a:t>
            </a:r>
          </a:p>
          <a:p>
            <a:pPr algn="l" marL="526764" indent="-263382" lvl="1">
              <a:lnSpc>
                <a:spcPts val="3781"/>
              </a:lnSpc>
              <a:buFont typeface="Arial"/>
              <a:buChar char="•"/>
            </a:pP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L</a:t>
            </a: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earnability: aplikasi dirancang mudah dipelajari melalui antarmuka yang sederhana.</a:t>
            </a:r>
          </a:p>
          <a:p>
            <a:pPr algn="l" marL="526764" indent="-263382" lvl="1">
              <a:lnSpc>
                <a:spcPts val="3781"/>
              </a:lnSpc>
              <a:buFont typeface="Arial"/>
              <a:buChar char="•"/>
            </a:pP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Sa</a:t>
            </a: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tisfaction: p</a:t>
            </a: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engalaman belajar dibuat lebih nyaman dengan tampilan visual yang interaktif.</a:t>
            </a:r>
          </a:p>
          <a:p>
            <a:pPr algn="l">
              <a:lnSpc>
                <a:spcPts val="3781"/>
              </a:lnSpc>
            </a:pP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Access</a:t>
            </a: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ibility Testing</a:t>
            </a:r>
          </a:p>
          <a:p>
            <a:pPr algn="l" marL="526764" indent="-263382" lvl="1">
              <a:lnSpc>
                <a:spcPts val="3781"/>
              </a:lnSpc>
              <a:buFont typeface="Arial"/>
              <a:buChar char="•"/>
            </a:pP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Mengacu pada standar WCAG dan COGA melalui penggunaan subtitle, kontras warna, dan navigasi yang sederhan</a:t>
            </a:r>
          </a:p>
          <a:p>
            <a:pPr algn="l">
              <a:lnSpc>
                <a:spcPts val="378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957481" y="2076011"/>
            <a:ext cx="3010116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102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HASIL EVALUASI PROTOTYPE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74711" y="2056961"/>
            <a:ext cx="3144062" cy="533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-153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N</a:t>
            </a:r>
            <a:r>
              <a:rPr lang="en-US" sz="3000" spc="-153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ATIVE PROTOTYPE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20997" y="460693"/>
            <a:ext cx="5046006" cy="109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679"/>
              </a:lnSpc>
            </a:pPr>
            <a:r>
              <a:rPr lang="en-US" sz="6999" spc="-356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 KESIMPULAN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43361" y="3268238"/>
            <a:ext cx="14801277" cy="2812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6764" indent="-263382" lvl="1">
              <a:lnSpc>
                <a:spcPts val="3781"/>
              </a:lnSpc>
              <a:buFont typeface="Arial"/>
              <a:buChar char="•"/>
            </a:pP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Pendekatan Life-Based Design digunakan sebagai dasar</a:t>
            </a: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 dalam proses perancangan aplikas</a:t>
            </a: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i.</a:t>
            </a:r>
          </a:p>
          <a:p>
            <a:pPr algn="l" marL="526764" indent="-263382" lvl="1">
              <a:lnSpc>
                <a:spcPts val="3781"/>
              </a:lnSpc>
              <a:buFont typeface="Arial"/>
              <a:buChar char="•"/>
            </a:pP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Prototype Mobile Augment</a:t>
            </a: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ed Reality (AR) berhasil dirancang sebagai media pembelajaran bahasa isyarat bagi anak tunarungu.</a:t>
            </a:r>
          </a:p>
          <a:p>
            <a:pPr algn="l" marL="526764" indent="-263382" lvl="1">
              <a:lnSpc>
                <a:spcPts val="3781"/>
              </a:lnSpc>
              <a:buFont typeface="Arial"/>
              <a:buChar char="•"/>
            </a:pP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Rancangan apl</a:t>
            </a: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ikasi m</a:t>
            </a: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engutamakan kemudahan penggunaan, akses</a:t>
            </a: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ibilitas, dan p</a:t>
            </a:r>
            <a:r>
              <a:rPr lang="en-US" b="true" sz="2439">
                <a:solidFill>
                  <a:srgbClr val="000000"/>
                </a:solidFill>
                <a:latin typeface="Nunito Semi-Bold"/>
                <a:ea typeface="Nunito Semi-Bold"/>
                <a:cs typeface="Nunito Semi-Bold"/>
                <a:sym typeface="Nunito Semi-Bold"/>
              </a:rPr>
              <a:t>engalaman belajar yang lebih interaktif melalui visualisasi objek 3D.</a:t>
            </a:r>
          </a:p>
          <a:p>
            <a:pPr algn="l">
              <a:lnSpc>
                <a:spcPts val="3781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0" y="5753764"/>
            <a:ext cx="2947738" cy="5034957"/>
          </a:xfrm>
          <a:custGeom>
            <a:avLst/>
            <a:gdLst/>
            <a:ahLst/>
            <a:cxnLst/>
            <a:rect r="r" b="b" t="t" l="l"/>
            <a:pathLst>
              <a:path h="5034957" w="2947738">
                <a:moveTo>
                  <a:pt x="2947738" y="0"/>
                </a:moveTo>
                <a:lnTo>
                  <a:pt x="0" y="0"/>
                </a:lnTo>
                <a:lnTo>
                  <a:pt x="0" y="5034956"/>
                </a:lnTo>
                <a:lnTo>
                  <a:pt x="2947738" y="5034956"/>
                </a:lnTo>
                <a:lnTo>
                  <a:pt x="294773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true" flipV="false" rot="-718371">
            <a:off x="3577006" y="6364502"/>
            <a:ext cx="2592076" cy="4628707"/>
          </a:xfrm>
          <a:custGeom>
            <a:avLst/>
            <a:gdLst/>
            <a:ahLst/>
            <a:cxnLst/>
            <a:rect r="r" b="b" t="t" l="l"/>
            <a:pathLst>
              <a:path h="4628707" w="2592076">
                <a:moveTo>
                  <a:pt x="2592076" y="0"/>
                </a:moveTo>
                <a:lnTo>
                  <a:pt x="0" y="0"/>
                </a:lnTo>
                <a:lnTo>
                  <a:pt x="0" y="4628707"/>
                </a:lnTo>
                <a:lnTo>
                  <a:pt x="2592076" y="4628707"/>
                </a:lnTo>
                <a:lnTo>
                  <a:pt x="259207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1075988">
            <a:off x="15296953" y="5669502"/>
            <a:ext cx="4366298" cy="6018707"/>
          </a:xfrm>
          <a:custGeom>
            <a:avLst/>
            <a:gdLst/>
            <a:ahLst/>
            <a:cxnLst/>
            <a:rect r="r" b="b" t="t" l="l"/>
            <a:pathLst>
              <a:path h="6018707" w="4366298">
                <a:moveTo>
                  <a:pt x="4366298" y="0"/>
                </a:moveTo>
                <a:lnTo>
                  <a:pt x="0" y="0"/>
                </a:lnTo>
                <a:lnTo>
                  <a:pt x="0" y="6018707"/>
                </a:lnTo>
                <a:lnTo>
                  <a:pt x="4366298" y="6018707"/>
                </a:lnTo>
                <a:lnTo>
                  <a:pt x="436629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073139" y="6097329"/>
            <a:ext cx="2797775" cy="4691391"/>
          </a:xfrm>
          <a:custGeom>
            <a:avLst/>
            <a:gdLst/>
            <a:ahLst/>
            <a:cxnLst/>
            <a:rect r="r" b="b" t="t" l="l"/>
            <a:pathLst>
              <a:path h="4691391" w="2797775">
                <a:moveTo>
                  <a:pt x="0" y="0"/>
                </a:moveTo>
                <a:lnTo>
                  <a:pt x="2797775" y="0"/>
                </a:lnTo>
                <a:lnTo>
                  <a:pt x="2797775" y="4691391"/>
                </a:lnTo>
                <a:lnTo>
                  <a:pt x="0" y="46913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10800000">
            <a:off x="15949094" y="-429933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6" y="0"/>
                </a:lnTo>
                <a:lnTo>
                  <a:pt x="3062016" y="2917266"/>
                </a:lnTo>
                <a:lnTo>
                  <a:pt x="0" y="2917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1531008" y="1558607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6" y="0"/>
                </a:lnTo>
                <a:lnTo>
                  <a:pt x="3062016" y="2917266"/>
                </a:lnTo>
                <a:lnTo>
                  <a:pt x="0" y="2917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7259300" y="3343329"/>
            <a:ext cx="2368438" cy="2265088"/>
          </a:xfrm>
          <a:custGeom>
            <a:avLst/>
            <a:gdLst/>
            <a:ahLst/>
            <a:cxnLst/>
            <a:rect r="r" b="b" t="t" l="l"/>
            <a:pathLst>
              <a:path h="2265088" w="2368438">
                <a:moveTo>
                  <a:pt x="0" y="0"/>
                </a:moveTo>
                <a:lnTo>
                  <a:pt x="2368438" y="0"/>
                </a:lnTo>
                <a:lnTo>
                  <a:pt x="2368438" y="2265088"/>
                </a:lnTo>
                <a:lnTo>
                  <a:pt x="0" y="22650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9490887">
            <a:off x="12120732" y="-658327"/>
            <a:ext cx="1403238" cy="1882393"/>
          </a:xfrm>
          <a:custGeom>
            <a:avLst/>
            <a:gdLst/>
            <a:ahLst/>
            <a:cxnLst/>
            <a:rect r="r" b="b" t="t" l="l"/>
            <a:pathLst>
              <a:path h="1882393" w="1403238">
                <a:moveTo>
                  <a:pt x="0" y="0"/>
                </a:moveTo>
                <a:lnTo>
                  <a:pt x="1403238" y="0"/>
                </a:lnTo>
                <a:lnTo>
                  <a:pt x="1403238" y="1882392"/>
                </a:lnTo>
                <a:lnTo>
                  <a:pt x="0" y="18823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-512353" y="0"/>
            <a:ext cx="2550067" cy="1275034"/>
          </a:xfrm>
          <a:custGeom>
            <a:avLst/>
            <a:gdLst/>
            <a:ahLst/>
            <a:cxnLst/>
            <a:rect r="r" b="b" t="t" l="l"/>
            <a:pathLst>
              <a:path h="1275034" w="2550067">
                <a:moveTo>
                  <a:pt x="0" y="0"/>
                </a:moveTo>
                <a:lnTo>
                  <a:pt x="2550067" y="0"/>
                </a:lnTo>
                <a:lnTo>
                  <a:pt x="2550067" y="1275034"/>
                </a:lnTo>
                <a:lnTo>
                  <a:pt x="0" y="12750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33884" y="3313026"/>
            <a:ext cx="10220232" cy="213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350"/>
              </a:lnSpc>
              <a:spcBef>
                <a:spcPct val="0"/>
              </a:spcBef>
            </a:pPr>
            <a:r>
              <a:rPr lang="en-US" sz="15000" spc="-975">
                <a:solidFill>
                  <a:srgbClr val="000000"/>
                </a:solidFill>
                <a:latin typeface="Lazydog"/>
                <a:ea typeface="Lazydog"/>
                <a:cs typeface="Lazydog"/>
                <a:sym typeface="Lazydog"/>
              </a:rPr>
              <a:t>terimakasih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049429" y="5598913"/>
            <a:ext cx="6228766" cy="939275"/>
            <a:chOff x="0" y="0"/>
            <a:chExt cx="4640499" cy="6997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5409" y="45740"/>
              <a:ext cx="4529465" cy="608584"/>
            </a:xfrm>
            <a:custGeom>
              <a:avLst/>
              <a:gdLst/>
              <a:ahLst/>
              <a:cxnLst/>
              <a:rect r="r" b="b" t="t" l="l"/>
              <a:pathLst>
                <a:path h="608584" w="4529465">
                  <a:moveTo>
                    <a:pt x="0" y="220960"/>
                  </a:moveTo>
                  <a:cubicBezTo>
                    <a:pt x="470976" y="123170"/>
                    <a:pt x="746636" y="81260"/>
                    <a:pt x="962730" y="54590"/>
                  </a:cubicBezTo>
                  <a:cubicBezTo>
                    <a:pt x="1166358" y="31730"/>
                    <a:pt x="1349208" y="12680"/>
                    <a:pt x="1556991" y="5060"/>
                  </a:cubicBezTo>
                  <a:cubicBezTo>
                    <a:pt x="1784168" y="-3830"/>
                    <a:pt x="2052901" y="-20"/>
                    <a:pt x="2274537" y="8870"/>
                  </a:cubicBezTo>
                  <a:cubicBezTo>
                    <a:pt x="2467083" y="16490"/>
                    <a:pt x="2640236" y="31730"/>
                    <a:pt x="2812004" y="48240"/>
                  </a:cubicBezTo>
                  <a:cubicBezTo>
                    <a:pt x="2974075" y="63480"/>
                    <a:pt x="3100130" y="73640"/>
                    <a:pt x="3278824" y="104120"/>
                  </a:cubicBezTo>
                  <a:cubicBezTo>
                    <a:pt x="3525394" y="144760"/>
                    <a:pt x="3967280" y="242550"/>
                    <a:pt x="4148745" y="289540"/>
                  </a:cubicBezTo>
                  <a:cubicBezTo>
                    <a:pt x="4234629" y="309860"/>
                    <a:pt x="4273415" y="321290"/>
                    <a:pt x="4332979" y="342880"/>
                  </a:cubicBezTo>
                  <a:cubicBezTo>
                    <a:pt x="4392544" y="365740"/>
                    <a:pt x="4478428" y="391140"/>
                    <a:pt x="4507518" y="422890"/>
                  </a:cubicBezTo>
                  <a:cubicBezTo>
                    <a:pt x="4525526" y="440670"/>
                    <a:pt x="4532452" y="464800"/>
                    <a:pt x="4528296" y="483850"/>
                  </a:cubicBezTo>
                  <a:cubicBezTo>
                    <a:pt x="4525526" y="502900"/>
                    <a:pt x="4507518" y="524490"/>
                    <a:pt x="4485354" y="535920"/>
                  </a:cubicBezTo>
                  <a:cubicBezTo>
                    <a:pt x="4450723" y="551160"/>
                    <a:pt x="4403626" y="539730"/>
                    <a:pt x="4321897" y="535920"/>
                  </a:cubicBezTo>
                  <a:cubicBezTo>
                    <a:pt x="4058705" y="523220"/>
                    <a:pt x="3133376" y="407650"/>
                    <a:pt x="2676252" y="380980"/>
                  </a:cubicBezTo>
                  <a:cubicBezTo>
                    <a:pt x="2352110" y="361930"/>
                    <a:pt x="2047361" y="359390"/>
                    <a:pt x="1840962" y="361930"/>
                  </a:cubicBezTo>
                  <a:cubicBezTo>
                    <a:pt x="1719062" y="363200"/>
                    <a:pt x="1656727" y="367010"/>
                    <a:pt x="1550065" y="374630"/>
                  </a:cubicBezTo>
                  <a:cubicBezTo>
                    <a:pt x="1417084" y="384790"/>
                    <a:pt x="1270250" y="397490"/>
                    <a:pt x="1104023" y="421620"/>
                  </a:cubicBezTo>
                  <a:cubicBezTo>
                    <a:pt x="887928" y="452100"/>
                    <a:pt x="466820" y="572750"/>
                    <a:pt x="369855" y="557510"/>
                  </a:cubicBezTo>
                  <a:cubicBezTo>
                    <a:pt x="343535" y="553700"/>
                    <a:pt x="332454" y="546080"/>
                    <a:pt x="322757" y="533380"/>
                  </a:cubicBezTo>
                  <a:cubicBezTo>
                    <a:pt x="311675" y="521950"/>
                    <a:pt x="304749" y="501630"/>
                    <a:pt x="304749" y="486390"/>
                  </a:cubicBezTo>
                  <a:cubicBezTo>
                    <a:pt x="304749" y="474960"/>
                    <a:pt x="307520" y="464800"/>
                    <a:pt x="314446" y="454640"/>
                  </a:cubicBezTo>
                  <a:cubicBezTo>
                    <a:pt x="322757" y="443210"/>
                    <a:pt x="332454" y="431780"/>
                    <a:pt x="356002" y="422890"/>
                  </a:cubicBezTo>
                  <a:cubicBezTo>
                    <a:pt x="421108" y="397490"/>
                    <a:pt x="624736" y="384790"/>
                    <a:pt x="766029" y="374630"/>
                  </a:cubicBezTo>
                  <a:cubicBezTo>
                    <a:pt x="914248" y="365740"/>
                    <a:pt x="1073548" y="363200"/>
                    <a:pt x="1227308" y="368280"/>
                  </a:cubicBezTo>
                  <a:cubicBezTo>
                    <a:pt x="1381068" y="372090"/>
                    <a:pt x="1537598" y="386060"/>
                    <a:pt x="1685817" y="402570"/>
                  </a:cubicBezTo>
                  <a:cubicBezTo>
                    <a:pt x="1827110" y="419080"/>
                    <a:pt x="2066754" y="417810"/>
                    <a:pt x="2095843" y="464800"/>
                  </a:cubicBezTo>
                  <a:cubicBezTo>
                    <a:pt x="2111081" y="488930"/>
                    <a:pt x="2066754" y="558780"/>
                    <a:pt x="2058442" y="558780"/>
                  </a:cubicBezTo>
                  <a:cubicBezTo>
                    <a:pt x="2048746" y="557510"/>
                    <a:pt x="2027967" y="476230"/>
                    <a:pt x="2041819" y="459720"/>
                  </a:cubicBezTo>
                  <a:cubicBezTo>
                    <a:pt x="2052901" y="445750"/>
                    <a:pt x="2093073" y="445750"/>
                    <a:pt x="2112466" y="452100"/>
                  </a:cubicBezTo>
                  <a:cubicBezTo>
                    <a:pt x="2129089" y="457180"/>
                    <a:pt x="2144326" y="471150"/>
                    <a:pt x="2152637" y="485120"/>
                  </a:cubicBezTo>
                  <a:cubicBezTo>
                    <a:pt x="2159564" y="497820"/>
                    <a:pt x="2162334" y="519410"/>
                    <a:pt x="2158178" y="533380"/>
                  </a:cubicBezTo>
                  <a:cubicBezTo>
                    <a:pt x="2154023" y="548620"/>
                    <a:pt x="2141556" y="565130"/>
                    <a:pt x="2127703" y="574020"/>
                  </a:cubicBezTo>
                  <a:cubicBezTo>
                    <a:pt x="2115236" y="582910"/>
                    <a:pt x="2094458" y="593070"/>
                    <a:pt x="2084762" y="586720"/>
                  </a:cubicBezTo>
                  <a:cubicBezTo>
                    <a:pt x="2066754" y="575290"/>
                    <a:pt x="2102769" y="458450"/>
                    <a:pt x="2084762" y="447020"/>
                  </a:cubicBezTo>
                  <a:cubicBezTo>
                    <a:pt x="2075065" y="440670"/>
                    <a:pt x="2041819" y="458450"/>
                    <a:pt x="2041819" y="459720"/>
                  </a:cubicBezTo>
                  <a:cubicBezTo>
                    <a:pt x="2041819" y="460990"/>
                    <a:pt x="2091688" y="444480"/>
                    <a:pt x="2112466" y="452100"/>
                  </a:cubicBezTo>
                  <a:cubicBezTo>
                    <a:pt x="2131859" y="458450"/>
                    <a:pt x="2152637" y="485120"/>
                    <a:pt x="2158178" y="500360"/>
                  </a:cubicBezTo>
                  <a:cubicBezTo>
                    <a:pt x="2163719" y="511790"/>
                    <a:pt x="2162334" y="523220"/>
                    <a:pt x="2158178" y="533380"/>
                  </a:cubicBezTo>
                  <a:cubicBezTo>
                    <a:pt x="2154023" y="547350"/>
                    <a:pt x="2127703" y="574020"/>
                    <a:pt x="2127703" y="574020"/>
                  </a:cubicBezTo>
                  <a:cubicBezTo>
                    <a:pt x="2127703" y="575290"/>
                    <a:pt x="2188653" y="504170"/>
                    <a:pt x="2185883" y="501630"/>
                  </a:cubicBezTo>
                  <a:cubicBezTo>
                    <a:pt x="2183112" y="499090"/>
                    <a:pt x="2126318" y="586720"/>
                    <a:pt x="2070909" y="603230"/>
                  </a:cubicBezTo>
                  <a:cubicBezTo>
                    <a:pt x="1980870" y="628630"/>
                    <a:pt x="1795250" y="556240"/>
                    <a:pt x="1667809" y="541000"/>
                  </a:cubicBezTo>
                  <a:cubicBezTo>
                    <a:pt x="1551450" y="528300"/>
                    <a:pt x="1461411" y="518140"/>
                    <a:pt x="1336741" y="513060"/>
                  </a:cubicBezTo>
                  <a:cubicBezTo>
                    <a:pt x="1174670" y="505440"/>
                    <a:pt x="946108" y="504170"/>
                    <a:pt x="775725" y="514330"/>
                  </a:cubicBezTo>
                  <a:cubicBezTo>
                    <a:pt x="634432" y="523220"/>
                    <a:pt x="447427" y="558780"/>
                    <a:pt x="387862" y="558780"/>
                  </a:cubicBezTo>
                  <a:cubicBezTo>
                    <a:pt x="369855" y="558780"/>
                    <a:pt x="362928" y="558780"/>
                    <a:pt x="351847" y="553700"/>
                  </a:cubicBezTo>
                  <a:cubicBezTo>
                    <a:pt x="337994" y="547350"/>
                    <a:pt x="318601" y="534650"/>
                    <a:pt x="311675" y="519410"/>
                  </a:cubicBezTo>
                  <a:cubicBezTo>
                    <a:pt x="304749" y="502900"/>
                    <a:pt x="306134" y="471150"/>
                    <a:pt x="314446" y="454640"/>
                  </a:cubicBezTo>
                  <a:cubicBezTo>
                    <a:pt x="322757" y="440670"/>
                    <a:pt x="332454" y="434320"/>
                    <a:pt x="356002" y="422890"/>
                  </a:cubicBezTo>
                  <a:cubicBezTo>
                    <a:pt x="433575" y="387330"/>
                    <a:pt x="717546" y="341610"/>
                    <a:pt x="911477" y="311130"/>
                  </a:cubicBezTo>
                  <a:cubicBezTo>
                    <a:pt x="1122031" y="276840"/>
                    <a:pt x="1408772" y="246360"/>
                    <a:pt x="1573614" y="232390"/>
                  </a:cubicBezTo>
                  <a:cubicBezTo>
                    <a:pt x="1669194" y="224770"/>
                    <a:pt x="1701055" y="223500"/>
                    <a:pt x="1803561" y="223500"/>
                  </a:cubicBezTo>
                  <a:cubicBezTo>
                    <a:pt x="2011344" y="220960"/>
                    <a:pt x="2435223" y="227310"/>
                    <a:pt x="2739972" y="246360"/>
                  </a:cubicBezTo>
                  <a:cubicBezTo>
                    <a:pt x="3030869" y="264140"/>
                    <a:pt x="3377175" y="316210"/>
                    <a:pt x="3590499" y="332720"/>
                  </a:cubicBezTo>
                  <a:cubicBezTo>
                    <a:pt x="3717940" y="342880"/>
                    <a:pt x="3778890" y="340340"/>
                    <a:pt x="3898019" y="350500"/>
                  </a:cubicBezTo>
                  <a:cubicBezTo>
                    <a:pt x="4064246" y="363200"/>
                    <a:pt x="4425790" y="382250"/>
                    <a:pt x="4493665" y="411460"/>
                  </a:cubicBezTo>
                  <a:cubicBezTo>
                    <a:pt x="4510288" y="419080"/>
                    <a:pt x="4513058" y="425430"/>
                    <a:pt x="4518599" y="435590"/>
                  </a:cubicBezTo>
                  <a:cubicBezTo>
                    <a:pt x="4525525" y="448290"/>
                    <a:pt x="4531066" y="468610"/>
                    <a:pt x="4528296" y="483850"/>
                  </a:cubicBezTo>
                  <a:cubicBezTo>
                    <a:pt x="4525525" y="499090"/>
                    <a:pt x="4514443" y="516870"/>
                    <a:pt x="4500591" y="527030"/>
                  </a:cubicBezTo>
                  <a:cubicBezTo>
                    <a:pt x="4488125" y="535920"/>
                    <a:pt x="4474272" y="542270"/>
                    <a:pt x="4449338" y="541000"/>
                  </a:cubicBezTo>
                  <a:cubicBezTo>
                    <a:pt x="4388388" y="539730"/>
                    <a:pt x="4266489" y="468610"/>
                    <a:pt x="4133507" y="430510"/>
                  </a:cubicBezTo>
                  <a:cubicBezTo>
                    <a:pt x="3914642" y="369550"/>
                    <a:pt x="3483837" y="280650"/>
                    <a:pt x="3251120" y="241280"/>
                  </a:cubicBezTo>
                  <a:cubicBezTo>
                    <a:pt x="3101516" y="215880"/>
                    <a:pt x="3022558" y="209530"/>
                    <a:pt x="2879880" y="195560"/>
                  </a:cubicBezTo>
                  <a:cubicBezTo>
                    <a:pt x="2691489" y="176510"/>
                    <a:pt x="2435223" y="152380"/>
                    <a:pt x="2213587" y="144760"/>
                  </a:cubicBezTo>
                  <a:cubicBezTo>
                    <a:pt x="1997492" y="135870"/>
                    <a:pt x="1775857" y="135870"/>
                    <a:pt x="1565303" y="144760"/>
                  </a:cubicBezTo>
                  <a:cubicBezTo>
                    <a:pt x="1365830" y="152380"/>
                    <a:pt x="1184366" y="170160"/>
                    <a:pt x="980738" y="194290"/>
                  </a:cubicBezTo>
                  <a:cubicBezTo>
                    <a:pt x="756332" y="220960"/>
                    <a:pt x="447427" y="267950"/>
                    <a:pt x="277045" y="300970"/>
                  </a:cubicBezTo>
                  <a:cubicBezTo>
                    <a:pt x="178694" y="320020"/>
                    <a:pt x="92810" y="377170"/>
                    <a:pt x="47097" y="355580"/>
                  </a:cubicBezTo>
                  <a:cubicBezTo>
                    <a:pt x="11082" y="336530"/>
                    <a:pt x="0" y="220960"/>
                    <a:pt x="0" y="220960"/>
                  </a:cubicBezTo>
                </a:path>
              </a:pathLst>
            </a:custGeom>
            <a:solidFill>
              <a:srgbClr val="FFC700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1200296" y="1331401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5" y="0"/>
                </a:lnTo>
                <a:lnTo>
                  <a:pt x="3062015" y="2917266"/>
                </a:lnTo>
                <a:lnTo>
                  <a:pt x="0" y="2917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35647" y="-1723926"/>
            <a:ext cx="3062016" cy="2917266"/>
          </a:xfrm>
          <a:custGeom>
            <a:avLst/>
            <a:gdLst/>
            <a:ahLst/>
            <a:cxnLst/>
            <a:rect r="r" b="b" t="t" l="l"/>
            <a:pathLst>
              <a:path h="2917266" w="3062016">
                <a:moveTo>
                  <a:pt x="0" y="0"/>
                </a:moveTo>
                <a:lnTo>
                  <a:pt x="3062016" y="0"/>
                </a:lnTo>
                <a:lnTo>
                  <a:pt x="3062016" y="2917266"/>
                </a:lnTo>
                <a:lnTo>
                  <a:pt x="0" y="2917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12376" y="-871783"/>
            <a:ext cx="2368438" cy="2265088"/>
          </a:xfrm>
          <a:custGeom>
            <a:avLst/>
            <a:gdLst/>
            <a:ahLst/>
            <a:cxnLst/>
            <a:rect r="r" b="b" t="t" l="l"/>
            <a:pathLst>
              <a:path h="2265088" w="2368438">
                <a:moveTo>
                  <a:pt x="0" y="0"/>
                </a:moveTo>
                <a:lnTo>
                  <a:pt x="2368438" y="0"/>
                </a:lnTo>
                <a:lnTo>
                  <a:pt x="2368438" y="2265088"/>
                </a:lnTo>
                <a:lnTo>
                  <a:pt x="0" y="2265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74347" y="-442477"/>
            <a:ext cx="3198770" cy="2919605"/>
          </a:xfrm>
          <a:custGeom>
            <a:avLst/>
            <a:gdLst/>
            <a:ahLst/>
            <a:cxnLst/>
            <a:rect r="r" b="b" t="t" l="l"/>
            <a:pathLst>
              <a:path h="2919605" w="3198770">
                <a:moveTo>
                  <a:pt x="0" y="0"/>
                </a:moveTo>
                <a:lnTo>
                  <a:pt x="3198770" y="0"/>
                </a:lnTo>
                <a:lnTo>
                  <a:pt x="3198770" y="2919605"/>
                </a:lnTo>
                <a:lnTo>
                  <a:pt x="0" y="2919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488682">
            <a:off x="85695" y="4480834"/>
            <a:ext cx="3754867" cy="6705120"/>
          </a:xfrm>
          <a:custGeom>
            <a:avLst/>
            <a:gdLst/>
            <a:ahLst/>
            <a:cxnLst/>
            <a:rect r="r" b="b" t="t" l="l"/>
            <a:pathLst>
              <a:path h="6705120" w="3754867">
                <a:moveTo>
                  <a:pt x="3754867" y="0"/>
                </a:moveTo>
                <a:lnTo>
                  <a:pt x="0" y="0"/>
                </a:lnTo>
                <a:lnTo>
                  <a:pt x="0" y="6705120"/>
                </a:lnTo>
                <a:lnTo>
                  <a:pt x="3754867" y="6705120"/>
                </a:lnTo>
                <a:lnTo>
                  <a:pt x="375486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1075988">
            <a:off x="13653507" y="4394488"/>
            <a:ext cx="5241680" cy="7225373"/>
          </a:xfrm>
          <a:custGeom>
            <a:avLst/>
            <a:gdLst/>
            <a:ahLst/>
            <a:cxnLst/>
            <a:rect r="r" b="b" t="t" l="l"/>
            <a:pathLst>
              <a:path h="7225373" w="5241680">
                <a:moveTo>
                  <a:pt x="5241680" y="0"/>
                </a:moveTo>
                <a:lnTo>
                  <a:pt x="0" y="0"/>
                </a:lnTo>
                <a:lnTo>
                  <a:pt x="0" y="7225373"/>
                </a:lnTo>
                <a:lnTo>
                  <a:pt x="5241680" y="7225373"/>
                </a:lnTo>
                <a:lnTo>
                  <a:pt x="524168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-1309112">
            <a:off x="1038052" y="-517387"/>
            <a:ext cx="1403238" cy="1882393"/>
          </a:xfrm>
          <a:custGeom>
            <a:avLst/>
            <a:gdLst/>
            <a:ahLst/>
            <a:cxnLst/>
            <a:rect r="r" b="b" t="t" l="l"/>
            <a:pathLst>
              <a:path h="1882393" w="1403238">
                <a:moveTo>
                  <a:pt x="0" y="0"/>
                </a:moveTo>
                <a:lnTo>
                  <a:pt x="1403238" y="0"/>
                </a:lnTo>
                <a:lnTo>
                  <a:pt x="1403238" y="1882393"/>
                </a:lnTo>
                <a:lnTo>
                  <a:pt x="0" y="18823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112376" y="2388211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1" y="0"/>
                </a:lnTo>
                <a:lnTo>
                  <a:pt x="592381" y="592381"/>
                </a:lnTo>
                <a:lnTo>
                  <a:pt x="0" y="5923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185084" y="3520220"/>
            <a:ext cx="592382" cy="592382"/>
          </a:xfrm>
          <a:custGeom>
            <a:avLst/>
            <a:gdLst/>
            <a:ahLst/>
            <a:cxnLst/>
            <a:rect r="r" b="b" t="t" l="l"/>
            <a:pathLst>
              <a:path h="592382" w="592382">
                <a:moveTo>
                  <a:pt x="0" y="0"/>
                </a:moveTo>
                <a:lnTo>
                  <a:pt x="592381" y="0"/>
                </a:lnTo>
                <a:lnTo>
                  <a:pt x="592381" y="592382"/>
                </a:lnTo>
                <a:lnTo>
                  <a:pt x="0" y="59238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85696" y="7833394"/>
            <a:ext cx="5316608" cy="2706637"/>
          </a:xfrm>
          <a:custGeom>
            <a:avLst/>
            <a:gdLst/>
            <a:ahLst/>
            <a:cxnLst/>
            <a:rect r="r" b="b" t="t" l="l"/>
            <a:pathLst>
              <a:path h="2706637" w="5316608">
                <a:moveTo>
                  <a:pt x="0" y="0"/>
                </a:moveTo>
                <a:lnTo>
                  <a:pt x="5316608" y="0"/>
                </a:lnTo>
                <a:lnTo>
                  <a:pt x="5316608" y="2706637"/>
                </a:lnTo>
                <a:lnTo>
                  <a:pt x="0" y="270663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966655" y="1840296"/>
            <a:ext cx="2550067" cy="1275034"/>
          </a:xfrm>
          <a:custGeom>
            <a:avLst/>
            <a:gdLst/>
            <a:ahLst/>
            <a:cxnLst/>
            <a:rect r="r" b="b" t="t" l="l"/>
            <a:pathLst>
              <a:path h="1275034" w="2550067">
                <a:moveTo>
                  <a:pt x="0" y="0"/>
                </a:moveTo>
                <a:lnTo>
                  <a:pt x="2550067" y="0"/>
                </a:lnTo>
                <a:lnTo>
                  <a:pt x="2550067" y="1275034"/>
                </a:lnTo>
                <a:lnTo>
                  <a:pt x="0" y="127503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DAHRBzdBw-E</dc:identifier>
  <dcterms:modified xsi:type="dcterms:W3CDTF">2011-08-01T06:04:30Z</dcterms:modified>
  <cp:revision>1</cp:revision>
  <dc:title>Presentasi DIPL</dc:title>
</cp:coreProperties>
</file>